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5143500" cy="9144000"/>
  <p:embeddedFontLst>
    <p:embeddedFont>
      <p:font typeface="Lexend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schemas.openxmlformats.org/officeDocument/2006/relationships/font" Target="fonts/Lexend-bold.fntdata"/><Relationship Id="rId25" Type="http://schemas.openxmlformats.org/officeDocument/2006/relationships/slide" Target="slides/slide21.xml"/><Relationship Id="rId47" Type="http://schemas.openxmlformats.org/officeDocument/2006/relationships/font" Target="fonts/Lexend-regular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54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65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34.png"/><Relationship Id="rId5" Type="http://schemas.openxmlformats.org/officeDocument/2006/relationships/image" Target="../media/image32.png"/><Relationship Id="rId6" Type="http://schemas.openxmlformats.org/officeDocument/2006/relationships/image" Target="../media/image6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35.png"/><Relationship Id="rId5" Type="http://schemas.openxmlformats.org/officeDocument/2006/relationships/image" Target="../media/image78.png"/><Relationship Id="rId6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5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Relationship Id="rId4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7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Relationship Id="rId4" Type="http://schemas.openxmlformats.org/officeDocument/2006/relationships/image" Target="../media/image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Relationship Id="rId4" Type="http://schemas.openxmlformats.org/officeDocument/2006/relationships/image" Target="../media/image7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jpg"/><Relationship Id="rId4" Type="http://schemas.openxmlformats.org/officeDocument/2006/relationships/image" Target="../media/image7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jpg"/><Relationship Id="rId4" Type="http://schemas.openxmlformats.org/officeDocument/2006/relationships/image" Target="../media/image8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jpg"/><Relationship Id="rId4" Type="http://schemas.openxmlformats.org/officeDocument/2006/relationships/image" Target="../media/image76.png"/><Relationship Id="rId5" Type="http://schemas.openxmlformats.org/officeDocument/2006/relationships/image" Target="../media/image8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jpg"/><Relationship Id="rId4" Type="http://schemas.openxmlformats.org/officeDocument/2006/relationships/image" Target="../media/image7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jpg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Trabalho Remoto e Colaboração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Práticas e ferramentas para produzir em equipe digital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de00eb81f6523ef5157951f98a45dcec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74320" y="60579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Trabalhar Junto Sem Estar Perto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74320" y="1874520"/>
            <a:ext cx="4846320" cy="258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escrever um trabalho escolar em grupo onde quatro pessoas editam o mesmo parágrafo ao mesmo tempo, sem conversar antes.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resultado costuma ser frases apagadas, ideias duplicadas e frustração. Como equipes no mundo inteiro criam projetos incríveis sem nunca sentarem na mesma sala?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2d7656fa4213db5ad24dece86bb601a8.png" id="25" name="Google Shape;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da Nossa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Identificar recursos essenciais em documentos compartilhados e quadros virtuais.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regras de etiqueta digital, histórico de versões e comunicação assíncrona.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Organizar fluxos de trabalho com prazos claros, papéis definidos e reuniões breves.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Fundamental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a3b8f573f6bc990f2ddcb5c8989a4f31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6690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Colaboração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Ação conjunta para construir um resultado coletivo.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0cba485814bf7441715a1e44c7fc8e09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0975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Compartilhamento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Divisão de acesso a arquivos e recursos digitais.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bd2c68f2d2abc0b18a1436bdcf5a5743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4973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47472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Assíncrono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Diálogo que ocorre em tempos diferentes, sem resposta imediata.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4666ce46607f3e3f537f4373d5f0662c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09753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Versão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Registro de um estágio específico do documento no tempo.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3e109cfe-cdaa-4080-b27e-2a383f069040/img_7cf94289379c91fc4760f172b0cce4aa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62890" y="2434590"/>
            <a:ext cx="86182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Revisando Netiqueta e Postura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62890" y="3177540"/>
            <a:ext cx="86182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vimos que a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netiqueta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o conjunto de boas maneiras na internet. No trabalho remoto, nossa presença se manifesta principalmente pelo que escrevemos.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Mensagens em caixa alta passam ideia de grito, ironias geram mal-entendidos e a falta de pontuação clara prejudica a colaboração diária.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3e109cfe-cdaa-4080-b27e-2a383f069040/img_74db676abbf9321227487417a15623c8.png" id="68" name="Google Shape;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Boas Práticas Digitais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devemos evitar escrever frases inteiras em letras maiúsculas no chat de trabalho?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o papel do microfone mudo durante uma videoconferência com muitas pessoas?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devemos checar antes de enviar uma mensagem com dúvidas em grupo?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Boas Práticas Digitais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letras maiúsculas transmitem a impressão de grito ou agressividade.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Evitar que ruídos do ambiente atrapalhem quem está com a palavra.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Verificar se a dúvida já foi respondida em mensagens anteriores ou no documento.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274320" y="18288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CONCEITO-CHAVE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274320" y="58293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São Ambientes Virtuais?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274320" y="1805940"/>
            <a:ext cx="4114800" cy="2868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Ambientes virtuais de trabalho colaborativo são plataformas em nuvem que permitem que várias pessoas visualizem, escrevam e organizem projetos em um único lugar.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vez de enviar arquivos anexados por e-mail com nomes confusos, todos interagem com uma fonte única e atualizada em tempo real.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3c6b18748a480b21c6c38df63ddaf6b0.png" id="91" name="Google Shape;9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Tipos de Ferramentas em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e109cfe-cdaa-4080-b27e-2a383f069040/img_4577603858d17624d7b4402dc93708ee.png" id="99" name="Google Shape;9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/>
          <p:nvPr/>
        </p:nvSpPr>
        <p:spPr>
          <a:xfrm>
            <a:off x="106299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Documentos de Texto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Produção contínua de relatórios, atas e textos com escrita colaborativa.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e109cfe-cdaa-4080-b27e-2a383f069040/img_57001020fdd67211cefb46c40ef9435e.png" id="102" name="Google Shape;10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/>
          <p:nvPr/>
        </p:nvSpPr>
        <p:spPr>
          <a:xfrm>
            <a:off x="545211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Quadros Virtuais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Painéis visuais para tempestade de ideias, mapas conceituais e fluxogramas.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e109cfe-cdaa-4080-b27e-2a383f069040/img_afc9b944b65c268acbdd69c10327eb55.png" id="105" name="Google Shape;10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/>
          <p:nvPr/>
        </p:nvSpPr>
        <p:spPr>
          <a:xfrm>
            <a:off x="106299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Planilhas Online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Controle conjunto de prazos, divisões orçamentárias e dados de pesquisa.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3/releases/78214783/backend/storage/app/render-specs/3e109cfe-cdaa-4080-b27e-2a383f069040/img_f95febcd72e26097a6ed8e32998965bf.png" id="108" name="Google Shape;10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/>
          <p:nvPr/>
        </p:nvSpPr>
        <p:spPr>
          <a:xfrm>
            <a:off x="545211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Gerenciadores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Quadros tipo Kanban para acompanhar o status e o responsável por cada etapa.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Síncrono ou Assíncrono?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28a6caa842f698f2df34bc691462e1db.png" id="116" name="Google Shape;1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7" name="Google Shape;117;p12"/>
          <p:cNvSpPr/>
          <p:nvPr/>
        </p:nvSpPr>
        <p:spPr>
          <a:xfrm>
            <a:off x="2743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Síncrona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Ocorre em tempo real. Exige presença simultânea em videochamadas ou chamadas rápidas para decisões urgentes.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3568c3831fde695d7cb99d269a8a05a8.png" id="118" name="Google Shape;11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9" name="Google Shape;119;p12"/>
          <p:cNvSpPr/>
          <p:nvPr/>
        </p:nvSpPr>
        <p:spPr>
          <a:xfrm>
            <a:off x="46177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Assíncrona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Ocorre com respostas em tempos diferentes. Permite reflexão profunda, respeita ritmos e fica registrada por escrito.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Poder dos Comentários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sugerir sem apagar o texto alheio.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9a4f084cfaacd317381cc38486880a57.png" id="127" name="Google Shape;12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/>
          <p:nvPr/>
        </p:nvSpPr>
        <p:spPr>
          <a:xfrm>
            <a:off x="3291840" y="182880"/>
            <a:ext cx="5577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vez de modificar diretamente o parágrafo escrito por um colega, a melhor prática assíncrona é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destacar o trecho e inserir um comentário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Comentários preservam a intenção do autor original e abrem espaço para um debate produtivo sobre o conteúdo antes da decisão final.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3291840" y="2377440"/>
            <a:ext cx="5577840" cy="1337310"/>
          </a:xfrm>
          <a:prstGeom prst="roundRect">
            <a:avLst>
              <a:gd fmla="val 6838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3417570" y="250317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3829050" y="2503170"/>
            <a:ext cx="49149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Explique o motivo da sugestão em vez de escrever apenas "mudar isso".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/>
          <p:nvPr/>
        </p:nvSpPr>
        <p:spPr>
          <a:xfrm>
            <a:off x="274320" y="182880"/>
            <a:ext cx="18402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RECURSO DIGITAL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274320" y="582930"/>
            <a:ext cx="4114800" cy="3646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Marcações Direcionadas com @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você digita o símbolo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@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seguido do nome do colega em um comentário, a plataforma envia uma notificação direta para o e-mail dele.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Isso transforma uma observação genérica em uma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atribuição clara de responsabilidade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indicando exatamente quem deve responder àquela pendência.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d3f19e5c5029a084dab09f5cc2716b4a.png" id="139" name="Google Shape;13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no Documento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forma mais eficaz de pedir para um colega revisar uma tabela sem interromper o trabalho dele?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Escrever um parágrafo no meio do texto avisando que a tabela está errada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um comentário na tabela marcando o colega com @ e explicando o pedido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Apagar os dados incorretos da tabela imediatamente sem avisar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Ligar por vídeo na mesma hora para exigir a correção dos números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no Documento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forma mais eficaz de pedir para um colega revisar uma tabela sem interromper o trabalho dele?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Escrever um parágrafo no meio do texto avisando que a tabela está errada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um comentário na tabela marcando o colega com @ e explicando o pedido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Apagar os dados incorretos da tabela imediatamente sem avisar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Ligar por vídeo na mesma hora para exigir a correção dos números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/>
          <p:nvPr/>
        </p:nvSpPr>
        <p:spPr>
          <a:xfrm>
            <a:off x="274320" y="182880"/>
            <a:ext cx="21831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SEGURANÇA DE DADOS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274320" y="582930"/>
            <a:ext cx="41148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Controle de Versões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274320" y="1371600"/>
            <a:ext cx="4114800" cy="258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histórico de versões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funciona como uma verdadeira máquina do tempo dentro de ferramentas em nuvem.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Cada modificação é salva automaticamente com registro de horário e nome de quem realizou a edição, permitindo comparar alterações ou desfazer erros graves.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e142087f7537a8ce54efb91e464ad1fd.png" id="180" name="Google Shape;1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do Histórico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1d8f329eacc57e187afaca2144c242fd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3e109cfe-cdaa-4080-b27e-2a383f069040/img_5fa385d854432b7f7b04b2807ec276aa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3e109cfe-cdaa-4080-b27e-2a383f069040/img_814b35c2f6720b4e87aca7605422311e.png"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0" name="Google Shape;190;p18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274320" y="3589020"/>
            <a:ext cx="2743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Salvamento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sistema arquiva cada caractere digitado continuamente.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3200400" y="3589020"/>
            <a:ext cx="2743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Comparação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visualiza quem adicionou ou removeu trechos.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6126480" y="3589020"/>
            <a:ext cx="2743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Restauração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algo quebrar, basta voltar ao ponto anterior com segurança.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Modos de Acesso ao Arquivo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47c4abb8c07ae1edf27df2c36d336717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03" name="Google Shape;203;p19"/>
          <p:cNvSpPr/>
          <p:nvPr/>
        </p:nvSpPr>
        <p:spPr>
          <a:xfrm>
            <a:off x="27432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Leitor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Pode apenas ler o arquivo. Ideal para divulgar regulamentos, roteiros e textos finais concluídos.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ce3702ff96d74213775356f69834d550.png" id="204" name="Google Shape;20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05" name="Google Shape;205;p19"/>
          <p:cNvSpPr/>
          <p:nvPr/>
        </p:nvSpPr>
        <p:spPr>
          <a:xfrm>
            <a:off x="316611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Comentador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Pode ler e adicionar notas nas margens sem alterar a estrutura do texto principal.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8e132b0318d10e9ad5f0fd0c0c2a9e96.png" id="206" name="Google Shape;20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07" name="Google Shape;207;p19"/>
          <p:cNvSpPr/>
          <p:nvPr/>
        </p:nvSpPr>
        <p:spPr>
          <a:xfrm>
            <a:off x="6069330" y="2937510"/>
            <a:ext cx="28117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Editor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Tem permissão total para reescrever, formatar e excluir blocos de conteúdo.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/>
          <p:nvPr/>
        </p:nvSpPr>
        <p:spPr>
          <a:xfrm>
            <a:off x="274320" y="182880"/>
            <a:ext cx="163449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REGRA DE OURO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274320" y="582930"/>
            <a:ext cx="4114800" cy="3646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Etiqueta na Edição Simultânea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várias pessoas estão no mesmo documento, os cursores coloridos mostram onde cada colega está lendo ou escrevendo.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Nunca comece a digitar dentro do mesmo parágrafo em que outro cursor já está ativo.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Espere o colega concluir o raciocínio ou trabalhe em outra seção.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2daacc5dfaad6d584dd6c39cce3bab2c.png" id="215" name="Google Shape;2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Conflitos Comuns de Edição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411480" y="1062990"/>
            <a:ext cx="397764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Sobrescrita Acidental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Selecionar todo o texto e colar algo por cima. Resolva usando o atalho de desfazer (Ctrl+Z) ou restaurando a versão anterior.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4754880" y="1062990"/>
            <a:ext cx="397764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Guerra de Formatação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membro muda a fonte para tamanho 12 e outro para 14. Resolva definindo estilos de título e corpo prévios para todo o grupo.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411480" y="3131820"/>
            <a:ext cx="397764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Comentários Órfãos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Marcar dúvidas e nunca marcá-las como resolvidas, poluindo a visualização. Feche sempre os itens já solucionados.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4754880" y="3131820"/>
            <a:ext cx="397764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Falta de Divisão Prévia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Três pessoas pesquisando a introdução e ninguém cuidando da conclusão. Evite isso distribuindo seções antes de abrir o arquivo.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Edição Compartilhada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abrir um documento compartilhado em grupo, o ideal é reescrever diretamente o texto do colega se você achar que pode melhorar.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Edição Compartilhada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Ao abrir um documento compartilhado em grupo, o ideal é reescrever diretamente o texto do colega se você achar que pode melhorar.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Deve-se sugerir a alteração por comentário ou conversar com o autor para preservar o trabalho e evitar conflitos.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/>
          <p:nvPr/>
        </p:nvSpPr>
        <p:spPr>
          <a:xfrm>
            <a:off x="1303020" y="182880"/>
            <a:ext cx="65379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Simulação de Criação em Grupo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274320" y="101727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Observe como uma estrutura clara de cabeçalhos permite que quatro integrantes trabalhem sem interferência: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7b20a4fda475d1859d4f0219a8dff537.png"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965960"/>
            <a:ext cx="8595360" cy="2857500"/>
          </a:xfrm>
          <a:prstGeom prst="roundRect">
            <a:avLst>
              <a:gd fmla="val 48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/>
          <p:nvPr/>
        </p:nvSpPr>
        <p:spPr>
          <a:xfrm>
            <a:off x="274320" y="182880"/>
            <a:ext cx="19088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GESTÃO DE EQUIPE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274320" y="582930"/>
            <a:ext cx="4114800" cy="3360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Tarefas Claras e Prazos Digitais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dos maiores erros em projetos remotos é o acordo genérico: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"alguém faz a pesquisa até a semana que vem"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ambiente digital, cada demanda precisa de três elementos obrigatórios: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fazer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é o responsável único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data e hora limite exatas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589965887e473ba950137fa243caead5.png" id="267" name="Google Shape;2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Anatomia de uma Atribuição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9c9d70f4b5131716ec8d32fdde9b96e8.png" id="274" name="Google Shape;27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75" name="Google Shape;275;p26"/>
          <p:cNvSpPr/>
          <p:nvPr/>
        </p:nvSpPr>
        <p:spPr>
          <a:xfrm>
            <a:off x="27432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Ação Específica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vez de "ver os gráficos", use "gerar o gráfico comparativo de dados da página 4".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bf3336477ac0f4d6105041b7b8719fcb.png" id="276" name="Google Shape;27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77" name="Google Shape;277;p26"/>
          <p:cNvSpPr/>
          <p:nvPr/>
        </p:nvSpPr>
        <p:spPr>
          <a:xfrm>
            <a:off x="316611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Dono da Tarefa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uma tarefa tem dois donos, ninguém se sente responsável. Defina um único responsável principal.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60c89179bb641163b89fc7d17b005164.png" id="278" name="Google Shape;27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954530"/>
          </a:xfrm>
          <a:prstGeom prst="roundRect">
            <a:avLst>
              <a:gd fmla="val 7018" name="adj"/>
            </a:avLst>
          </a:prstGeom>
          <a:noFill/>
          <a:ln>
            <a:noFill/>
          </a:ln>
        </p:spPr>
      </p:pic>
      <p:sp>
        <p:nvSpPr>
          <p:cNvPr id="279" name="Google Shape;279;p26"/>
          <p:cNvSpPr/>
          <p:nvPr/>
        </p:nvSpPr>
        <p:spPr>
          <a:xfrm>
            <a:off x="6069330" y="2937510"/>
            <a:ext cx="28117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Prazo Preciso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Substitua "até sexta" por "sexta-feira, 24 de outubro, até as 17h00 no repositório compartilhado".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Atribuição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ordem correta para planejar e registrar uma nova atividade em grupo?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Estabelecer a data e o horário limite para a entrega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Escolher o responsável individual por conduzir a atividade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Registrar o pedido no quadro virtual marcando o colega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o escopo detalhado do que precisa ser produzido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da Atribuição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ordem correta para planejar e registrar uma nova atividade em grupo?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Estabelecer a data e o horário limite para a entrega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Escolher o responsável individual por conduzir a atividade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Registrar o pedido no quadro virtual marcando o colega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o escopo detalhado do que precisa ser produzido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"/>
          <p:cNvSpPr/>
          <p:nvPr/>
        </p:nvSpPr>
        <p:spPr>
          <a:xfrm>
            <a:off x="274320" y="182880"/>
            <a:ext cx="214884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ROTINA DE TRABALHO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274320" y="58293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São Dailies e Check-ins?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274320" y="1805940"/>
            <a:ext cx="4114800" cy="2868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daily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(ou check-in rápido) é uma reunião muito curta, de 10 a 15 minutos, usada por equipes modernas para manter o alinhamento sem tomar o dia de ninguém.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Não é uma reunião para debates demorados ou palestras, mas sim para destravar impedimentos e garantir que todos sabem o próximo passo.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3a4c21f787cdcbf6492ee63cb4c5a8ad.png" id="315" name="Google Shape;31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 Três Perguntas do Check-in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715e316343264a0af42caefd296a2641.png" id="322" name="Google Shape;32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23" name="Google Shape;323;p30"/>
          <p:cNvSpPr/>
          <p:nvPr/>
        </p:nvSpPr>
        <p:spPr>
          <a:xfrm>
            <a:off x="27432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O que fiz ontem?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Compartilhar as entregas já concluídas para dar visibilidade do progresso real aos colegas.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922d69dff929bfb049cc3f71cf836311.png" id="324" name="Google Shape;32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25" name="Google Shape;325;p30"/>
          <p:cNvSpPr/>
          <p:nvPr/>
        </p:nvSpPr>
        <p:spPr>
          <a:xfrm>
            <a:off x="316611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O que farei hoje?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Declarar o foco principal do dia para alinhar expectativas e evitar duplicação de esforço.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82a9a0cf44676f6765ecdf4e44d0b159.png" id="326" name="Google Shape;32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327" name="Google Shape;327;p30"/>
          <p:cNvSpPr/>
          <p:nvPr/>
        </p:nvSpPr>
        <p:spPr>
          <a:xfrm>
            <a:off x="6069330" y="2834640"/>
            <a:ext cx="2811780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Há impedimentos?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Sinalizar dúvidas ou bloqueios que dependem de outra pessoa para que o grupo ajude a resolver.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Desafios do Remoto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Autonomia exige disciplina constante.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7bc07765ff747dd2c5a39ceb59f36975.png" id="335" name="Google Shape;33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1"/>
          <p:cNvSpPr/>
          <p:nvPr/>
        </p:nvSpPr>
        <p:spPr>
          <a:xfrm>
            <a:off x="3291840" y="182880"/>
            <a:ext cx="5577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Trabalhar à distância oferece flexibilidade, mas traz dois grandes desafios: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autogestão do tempo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a necessidade de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contínua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Sem o professor ou líder olhando por cima do ombro, a responsabilidade de cumprir etapas e avisar sobre atrasos é inteiramente individual.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3291840" y="2377440"/>
            <a:ext cx="5577840" cy="1337310"/>
          </a:xfrm>
          <a:prstGeom prst="roundRect">
            <a:avLst>
              <a:gd fmla="val 6838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3417570" y="250317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3829050" y="2503170"/>
            <a:ext cx="49149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 ao Silêncio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Ficar sumido e sem dar notícias é pior do que avisar com antecedência que terá um atraso.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Pilares da Autogestão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2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2"/>
          <p:cNvSpPr/>
          <p:nvPr/>
        </p:nvSpPr>
        <p:spPr>
          <a:xfrm>
            <a:off x="422910" y="1165860"/>
            <a:ext cx="390906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Espaço de Foco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Manter um local limpo, organizado e livre de distrações imediatas para estudar e produzir.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4812030" y="1165860"/>
            <a:ext cx="390906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Blocos de Tempo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horários específicos para ler, redigir e revisar, em vez de deixar tudo para a última noite.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2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422910" y="3188970"/>
            <a:ext cx="390906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Transparência Ativa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Atualizar o status das tarefas no quadro virtual assim que concluir uma etapa combinada.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2"/>
          <p:cNvSpPr/>
          <p:nvPr/>
        </p:nvSpPr>
        <p:spPr>
          <a:xfrm>
            <a:off x="4812030" y="3188970"/>
            <a:ext cx="390906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Avisos Antecipados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surgir um imprevisto técnico ou pessoal, comunicar a equipe antes do horário limite.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Linha do Tempo de um Projeto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3"/>
          <p:cNvSpPr/>
          <p:nvPr/>
        </p:nvSpPr>
        <p:spPr>
          <a:xfrm>
            <a:off x="457200" y="283464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3"/>
          <p:cNvSpPr/>
          <p:nvPr/>
        </p:nvSpPr>
        <p:spPr>
          <a:xfrm>
            <a:off x="13258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33832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3"/>
          <p:cNvSpPr/>
          <p:nvPr/>
        </p:nvSpPr>
        <p:spPr>
          <a:xfrm>
            <a:off x="54406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7498080" y="268605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3"/>
          <p:cNvSpPr/>
          <p:nvPr/>
        </p:nvSpPr>
        <p:spPr>
          <a:xfrm>
            <a:off x="514350" y="30861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Criação do arquivo e definição das seções.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2571750" y="122301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Divisão de papéis e prazos para cada um.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4629150" y="30861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Redação individual e comentários assíncronos.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6686550" y="122301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 4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geral, resolução de notas e entrega.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/>
          <p:nvPr/>
        </p:nvSpPr>
        <p:spPr>
          <a:xfrm>
            <a:off x="274320" y="182880"/>
            <a:ext cx="181737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DIVISÃO PRÁTICA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274320" y="582930"/>
            <a:ext cx="4114800" cy="4011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Papéis em um Grupo de Escrita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um grupo de estudantes funcionar como uma equipe profissional, dividir papéis funcionais traz agilidade e clareza: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Líder/Facilitador: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coordena o arquivo e lembra os prazos.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Redatores: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pesquisam e elaboram o conteúdo textual.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Revisor: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checa ortografia, formatação e resolve notas.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69c5dae4c4011af42ba4eda7f37a061a.png" id="376" name="Google Shape;37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Relacionando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5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5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Histórico de versões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5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Assíncrono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5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Mencionar com @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Check-in rápido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5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Notificar diretamente um membro da equipe em um comentário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5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cronológico que permite comparar e recuperar alterações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Reunião curta focada em progresso e remoção de bloqueios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5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com respostas em momentos diferentes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Relacionando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6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6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Histórico de versões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Assíncrono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Mencionar com @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Check-in rápido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Notificar diretamente um membro da equipe em um comentário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cronológico que permite comparar e recuperar alterações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Reunião curta focada em progresso e remoção de bloqueios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com respostas em momentos diferentes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36"/>
          <p:cNvCxnSpPr/>
          <p:nvPr/>
        </p:nvCxnSpPr>
        <p:spPr>
          <a:xfrm>
            <a:off x="2571750" y="16230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36"/>
          <p:cNvCxnSpPr/>
          <p:nvPr/>
        </p:nvCxnSpPr>
        <p:spPr>
          <a:xfrm>
            <a:off x="2571750" y="2537460"/>
            <a:ext cx="994410" cy="18585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36"/>
          <p:cNvCxnSpPr/>
          <p:nvPr/>
        </p:nvCxnSpPr>
        <p:spPr>
          <a:xfrm flipH="1" rot="10800000">
            <a:off x="2571750" y="16527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36"/>
          <p:cNvCxnSpPr/>
          <p:nvPr/>
        </p:nvCxnSpPr>
        <p:spPr>
          <a:xfrm flipH="1" rot="10800000">
            <a:off x="2571750" y="34815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36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6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Caso: O Trabalho Perdido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7"/>
          <p:cNvSpPr/>
          <p:nvPr/>
        </p:nvSpPr>
        <p:spPr>
          <a:xfrm>
            <a:off x="274320" y="1680210"/>
            <a:ext cx="45720" cy="252603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7"/>
          <p:cNvSpPr/>
          <p:nvPr/>
        </p:nvSpPr>
        <p:spPr>
          <a:xfrm>
            <a:off x="548640" y="1680210"/>
            <a:ext cx="4480560" cy="2526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“Entramos no documento meia hora antes de entregar e a conclusão tinha sumido. Todo mundo começou a discutir no WhatsApp acusando o colega, até que alguém lembrou de abrir o histórico de versões e restaurou o texto em dez segundos.”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Relato de experiência de alunos do 8º ano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46ff834c7b7b4decd685511bd4a52976.png" id="424" name="Google Shape;42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1577340"/>
            <a:ext cx="3657600" cy="27432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3e109cfe-cdaa-4080-b27e-2a383f069040/img_b8e2e30cbb6ba10a8acb00af0ff4be05.png" id="430" name="Google Shape;43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Oficina de Edição em Grupo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grupos de 3 ou 4, usem o documento do professor: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Definam Facilitador, Redatores e Revisor.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Facilitador cria títulos: Introdução, Desenvolvimento e Conclusão.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Cada membro redige seu parágrafo sem invadir espaços.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Insiram sugestões via comentários com @.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Revisor checa o histórico e finaliza os comentários.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3e109cfe-cdaa-4080-b27e-2a383f069040/img_88f2cf22d50efe57d124336ea25cb3a9.png" id="438" name="Google Shape;43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3/releases/78214783/backend/storage/app/render-specs/3e109cfe-cdaa-4080-b27e-2a383f069040/img_75b78a90658e4813101cc1d4d42b2a79.png" id="439" name="Google Shape;439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 sobre Trabalho Remoto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9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são as vantagens e as dificuldades de trabalhar de forma assíncrona em comparação com realizar reuniões presenciais todos os dias?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3/releases/78214783/backend/storage/app/render-specs/3e109cfe-cdaa-4080-b27e-2a383f069040/img_88f2cf22d50efe57d124336ea25cb3a9.png" id="447" name="Google Shape;44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 sobre Trabalho Remoto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Vantagens: maior foco, respeito ao ritmo, registro de tudo que foi combinado e economia de tempo com deslocamentos.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Dificuldades: risco de mal-entendidos, dependência da autodisciplina e sensação de isolamento.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do Colaborador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1"/>
          <p:cNvSpPr/>
          <p:nvPr/>
        </p:nvSpPr>
        <p:spPr>
          <a:xfrm>
            <a:off x="274320" y="1165860"/>
            <a:ext cx="8595360" cy="1062990"/>
          </a:xfrm>
          <a:prstGeom prst="roundRect">
            <a:avLst>
              <a:gd fmla="val 1290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1"/>
          <p:cNvSpPr/>
          <p:nvPr/>
        </p:nvSpPr>
        <p:spPr>
          <a:xfrm>
            <a:off x="468630" y="14744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1"/>
          <p:cNvSpPr/>
          <p:nvPr/>
        </p:nvSpPr>
        <p:spPr>
          <a:xfrm>
            <a:off x="1108710" y="13144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Respeito ao espaço alheio: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não altero parágrafos de colegas sem avisar ou sugerir por comentários.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1"/>
          <p:cNvSpPr/>
          <p:nvPr/>
        </p:nvSpPr>
        <p:spPr>
          <a:xfrm>
            <a:off x="274320" y="2411730"/>
            <a:ext cx="8595360" cy="1062990"/>
          </a:xfrm>
          <a:prstGeom prst="roundRect">
            <a:avLst>
              <a:gd fmla="val 1290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1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1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nas notas: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uso marcações com @ para direcionar pedidos específicos com justificativas educadas.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1"/>
          <p:cNvSpPr/>
          <p:nvPr/>
        </p:nvSpPr>
        <p:spPr>
          <a:xfrm>
            <a:off x="274320" y="3657600"/>
            <a:ext cx="8595360" cy="1062990"/>
          </a:xfrm>
          <a:prstGeom prst="roundRect">
            <a:avLst>
              <a:gd fmla="val 1290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1"/>
          <p:cNvSpPr/>
          <p:nvPr/>
        </p:nvSpPr>
        <p:spPr>
          <a:xfrm>
            <a:off x="468630" y="39662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1"/>
          <p:cNvSpPr/>
          <p:nvPr/>
        </p:nvSpPr>
        <p:spPr>
          <a:xfrm>
            <a:off x="1108710" y="38061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Transparência e segurança: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consulto o histórico se houver erros e mantenho prazos atualizados no quadro.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2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seguintes afirmações sobre colaboração em ambientes digitais são verdadeiras?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Comentários marcados com @ devem ser usados para atribuir dúvidas e tarefas a pessoas específicas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2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comunicação assíncrona permite que os membros respondam e colaborem em horários diferentes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histórico de versões registra quem fez alterações e permite restaurar edições anteriores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2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documentos compartilhados, o mais produtivo é ter três editores escrevendo na mesma linha simultaneamente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seguintes afirmações sobre colaboração em ambientes digitais são verdadeiras?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Comentários marcados com @ devem ser usados para atribuir dúvidas e tarefas a pessoas específicas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comunicação assíncrona permite que os membros respondam e colaborem em horários diferentes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histórico de versões registra quem fez alterações e permite restaurar edições anteriores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documentos compartilhados, o mais produtivo é ter três editores escrevendo na mesma linha simultaneamente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3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3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3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4"/>
          <p:cNvSpPr/>
          <p:nvPr/>
        </p:nvSpPr>
        <p:spPr>
          <a:xfrm>
            <a:off x="274320" y="74295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 Teoria para 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4"/>
          <p:cNvSpPr/>
          <p:nvPr/>
        </p:nvSpPr>
        <p:spPr>
          <a:xfrm>
            <a:off x="274320" y="2011680"/>
            <a:ext cx="484632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Colaborar à distância é uma das habilidades mais valorizadas no estudo e no ambiente profissional do século XXI.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 ferramentas em nuvem, respeito aos colegas e boa autogestão, uma equipe conectada pode alcançar resultados extraordinários!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3/releases/78214783/backend/storage/app/render-specs/3e109cfe-cdaa-4080-b27e-2a383f069040/img_80cd0b4b346746251006959812b15054.png" id="507" name="Google Shape;50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