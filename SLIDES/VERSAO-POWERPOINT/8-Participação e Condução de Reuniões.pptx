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4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1.png"/><Relationship Id="rId5" Type="http://schemas.openxmlformats.org/officeDocument/2006/relationships/image" Target="../media/image32.png"/><Relationship Id="rId6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33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46.png"/><Relationship Id="rId5" Type="http://schemas.openxmlformats.org/officeDocument/2006/relationships/image" Target="../media/image45.png"/><Relationship Id="rId6" Type="http://schemas.openxmlformats.org/officeDocument/2006/relationships/image" Target="../media/image44.png"/><Relationship Id="rId7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51.png"/><Relationship Id="rId5" Type="http://schemas.openxmlformats.org/officeDocument/2006/relationships/image" Target="../media/image54.png"/><Relationship Id="rId6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6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59.png"/><Relationship Id="rId5" Type="http://schemas.openxmlformats.org/officeDocument/2006/relationships/image" Target="../media/image6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6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60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77.png"/><Relationship Id="rId5" Type="http://schemas.openxmlformats.org/officeDocument/2006/relationships/image" Target="../media/image7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7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8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Relationship Id="rId4" Type="http://schemas.openxmlformats.org/officeDocument/2006/relationships/image" Target="../media/image89.png"/><Relationship Id="rId5" Type="http://schemas.openxmlformats.org/officeDocument/2006/relationships/image" Target="../media/image92.png"/><Relationship Id="rId6" Type="http://schemas.openxmlformats.org/officeDocument/2006/relationships/image" Target="../media/image86.png"/><Relationship Id="rId7" Type="http://schemas.openxmlformats.org/officeDocument/2006/relationships/image" Target="../media/image8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8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91.png"/><Relationship Id="rId5" Type="http://schemas.openxmlformats.org/officeDocument/2006/relationships/image" Target="../media/image8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Relationship Id="rId4" Type="http://schemas.openxmlformats.org/officeDocument/2006/relationships/image" Target="../media/image8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Relationship Id="rId4" Type="http://schemas.openxmlformats.org/officeDocument/2006/relationships/image" Target="../media/image74.png"/><Relationship Id="rId5" Type="http://schemas.openxmlformats.org/officeDocument/2006/relationships/image" Target="../media/image9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73.png"/><Relationship Id="rId5" Type="http://schemas.openxmlformats.org/officeDocument/2006/relationships/image" Target="../media/image9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7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Relationship Id="rId4" Type="http://schemas.openxmlformats.org/officeDocument/2006/relationships/image" Target="../media/image7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Relationship Id="rId4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Participação e Condução de Reuniões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Como liderar, intervir com firmeza e registrar decisões com eficiência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6e6322062532a56f6e3690650e69812f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274320" y="1085850"/>
            <a:ext cx="49377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dilema das reuniões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74320" y="1920240"/>
            <a:ext cx="49377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já sentiu que uma reunião de uma hora poderia ter sido resolvida com apenas um bilhete de três linhas?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colégio ou no trabalho, conversas desorganizadas geram cansaço, dispersão e atraso nos projetos.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1ad039657e785ca6dca2f9ada6a9b5b2.png" id="25" name="Google Shape;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da nossa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45161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7030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55448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Reconhecer papéis essenciais e a importância da pauta estruturada em reuniões.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60604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85750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70891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técnicas orais de posicionamento educado, síntese e mediação de conflitos.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760470"/>
            <a:ext cx="8595360" cy="685800"/>
          </a:xfrm>
          <a:prstGeom prst="roundRect">
            <a:avLst>
              <a:gd fmla="val 20000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863340"/>
            <a:ext cx="75666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Redigir encaminhamentos claros e registros objetivos em formato de ata.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fe20de38f4584cce87ce44d1b47fc5bb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5161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62331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Reunião: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Encontro formal para alinhar equipes e tomar decisões.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10c5414f64df83595709794d84d72d5c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09753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Pauta: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Lista prévia de tópicos com metas e tempos definidos para guiar o diálogo.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1afba52740bde123f5d65c27788dbf87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5161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62331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Resumo claro dos debates, destacando os pontos centrais.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82b844807da7747278967ac62b561674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2960370"/>
            <a:ext cx="2011680" cy="1954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Mediação: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Intervenção equilibrada para harmonizar opiniões e resolver desacordos no grupo.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35f183fc-cd78-490a-a71e-859615973a12/img_aaacd0565c012271429da7655a724e65.png"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Recapitulando a oratória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74320" y="3280410"/>
            <a:ext cx="859536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aprendemos que falar com eficácia depende de três pilares: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dicção clara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modulação de tom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pausas estratégicas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reuniões, essas técnicas evitam interrupções agressivas e dão peso profissional às suas contribuições.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 de Expressão Vocal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o papel principal das pausas estratégicas durante uma fala em reunião?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Acelerar o ritmo para encerrar a conversa rapidamente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Demonstrar desinteresse pelos argumentos dos outros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Permitir a digestão da mensagem e enfatizar pontos críticos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Preencher o silêncio quando esquecemos o conteúdo da fala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 de Expressão Vocal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o papel principal das pausas estratégicas durante uma fala em reunião?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Acelerar o ritmo para encerrar a conversa rapidamente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Demonstrar desinteresse pelos argumentos dos outros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Permitir a digestão da mensagem e enfatizar pontos críticos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Preencher o silêncio quando esquecemos o conteúdo da fala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nos reunimos?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274320" y="1451610"/>
            <a:ext cx="41148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propósito do encontro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Reuniões são instrumentos de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alinhamento estratégico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tomada de decisão e resolução coletiva de problemas.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Elas só devem acontecer quando a cooperação em tempo real for indispensável para o sucesso do grupo.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b1b75542762685345af962563cc34e7f.png" id="102" name="Google Shape;10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Corporativo vs. Acadêmico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76c0679bcb6a165112240da7aa4bc732.png" id="109" name="Google Shape;1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0" name="Google Shape;110;p11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Ambiente Corporativo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Foco em metas, prazos, orçamentos e decisões pragmáticas com impacto imediato nos resultados da empresa.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0ccebdf96acdbd44b7e8bc124dd23db1.png" id="111" name="Google Shape;11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2" name="Google Shape;112;p11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Ambiente Escolar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Foco na divisão de tarefas em equipe, estudo aprofundado, partilha de ideias e construção do aprendizado mútuo.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Papéis em uma reunião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2d8224f1ac6a18cd883a876e9c2b34d2.png" id="119" name="Google Shape;11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20" name="Google Shape;120;p12"/>
          <p:cNvSpPr/>
          <p:nvPr/>
        </p:nvSpPr>
        <p:spPr>
          <a:xfrm>
            <a:off x="274320" y="283464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O Líder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Conduz a pauta, controla o tempo, estimula a participação de todos e mantém o foco no objetivo central.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e3f444277d6a0614099954de67fd528c.png" id="121" name="Google Shape;12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22" name="Google Shape;122;p12"/>
          <p:cNvSpPr/>
          <p:nvPr/>
        </p:nvSpPr>
        <p:spPr>
          <a:xfrm>
            <a:off x="3166110" y="283464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O Relator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Anota decisões, prazos e responsáveis, transformando os debates verbais na ata oficial do grupo.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9d7b2435ecc8cdf0006a1c88b206e19f.png" id="123" name="Google Shape;12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24" name="Google Shape;124;p12"/>
          <p:cNvSpPr/>
          <p:nvPr/>
        </p:nvSpPr>
        <p:spPr>
          <a:xfrm>
            <a:off x="6069330" y="283464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O Participante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Estuda a pauta antes, intervém com dados objetivos e cumpre rigorosamente os acordos estabelecidos.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postura do facilitador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Liderar pelo diálogo e não pelo monólogo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4e737c714a24e56b6afa7ac7e0e90a10.png" id="132" name="Google Shape;13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/>
          <p:nvPr/>
        </p:nvSpPr>
        <p:spPr>
          <a:xfrm>
            <a:off x="3291840" y="182880"/>
            <a:ext cx="55778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Facilitar é abrir caminhos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bom líder de reunião não quer impor sua vontade. Seu desafio é assegurar que vozes tímidas sejam ouvidas e que ninguém monopolize o microfone.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Faz perguntas abertas para enriquecer a discussão.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Interrompe gentilmente conversas paralelas desnecessárias.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Mantém a neutralidade durante divergências de opinião.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Anatomia de uma pauta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973467c51c893174556f4e0eadc38803.png" id="140" name="Google Shape;14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141" name="Google Shape;141;p14"/>
          <p:cNvSpPr/>
          <p:nvPr/>
        </p:nvSpPr>
        <p:spPr>
          <a:xfrm>
            <a:off x="18288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274320" y="362331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Objetivo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o que o encontro vai entregar.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d5171493dbea52fa952857f2043a730c.png" id="143" name="Google Shape;14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144" name="Google Shape;144;p14"/>
          <p:cNvSpPr/>
          <p:nvPr/>
        </p:nvSpPr>
        <p:spPr>
          <a:xfrm>
            <a:off x="237744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2468880" y="362331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Tópicos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Listar itens prioritários em ordem lógica.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baa0d28b2fb61562007d7152471eee29.png" id="146" name="Google Shape;14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147" name="Google Shape;147;p14"/>
          <p:cNvSpPr/>
          <p:nvPr/>
        </p:nvSpPr>
        <p:spPr>
          <a:xfrm>
            <a:off x="457200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4663440" y="362331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Tempos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Fixar minutos para cada assunto.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a4330bbc5041708dd57cebd1eac01529.png" id="149" name="Google Shape;14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150" name="Google Shape;150;p14"/>
          <p:cNvSpPr/>
          <p:nvPr/>
        </p:nvSpPr>
        <p:spPr>
          <a:xfrm>
            <a:off x="676656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6858000" y="362331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Decisão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responsáveis e prazos finais.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Modelo prático de pauta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274320" y="1451610"/>
            <a:ext cx="4709160" cy="2891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 para projeto escolar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Reunião: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Feira de Ciências — 8º Ano (Duração: 40 min)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00-05 min: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Abertura e checagem de presença.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05-20 min: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Definição do tema e materiais necessários.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20-35 min: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Distribuição de tarefas individuais.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35-40 min: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Leitura dos combinados e encerramento.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3aa5696dfd0eca3652077b8ae07a5ea6.png" id="159" name="Google Shape;1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da Reunião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sequência lógica para conduzir uma reunião produtiva?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Registrar os combinados finais e prazos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Compartilhar a pauta antecipadamente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Alinhar os objetivos no início da sessão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Debater os tópicos respeitando o tempo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da Reunião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sequência lógica para conduzir uma reunião produtiva?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Registrar os combinados finais e prazos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Compartilhar a pauta antecipadamente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Alinhar os objetivos no início da sessão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Debater os tópicos respeitando o tempo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pedir a palavra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743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35f183fc-cd78-490a-a71e-859615973a12/img_0ee00519aa36401c5695a47b0c5b1dc1.png" id="194" name="Google Shape;1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/>
          <p:nvPr/>
        </p:nvSpPr>
        <p:spPr>
          <a:xfrm>
            <a:off x="1005840" y="106299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Sinalize a intenção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Levante a mão fisicamente ou use o recurso do aplicativo sem atropelar a fala de quem está expondo.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46177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35f183fc-cd78-490a-a71e-859615973a12/img_4599f17b22d8ca8772b404a6d64d7e0d.png" id="197" name="Google Shape;19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/>
          <p:nvPr/>
        </p:nvSpPr>
        <p:spPr>
          <a:xfrm>
            <a:off x="5349240" y="106299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Valide o colega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Inicie sua fala reconhecendo o ponto anterior: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“Concordo com a preocupação trazida pelo Pedro...”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2743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35f183fc-cd78-490a-a71e-859615973a12/img_a7684481ea27194a9d283f049eb51b08.png" id="200" name="Google Shape;20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/>
          <p:nvPr/>
        </p:nvSpPr>
        <p:spPr>
          <a:xfrm>
            <a:off x="1005840" y="313182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Seja cirúrgico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Exponha sua sugestão principal nos primeiros 20 segundos antes de detalhar justificativas.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46177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35f183fc-cd78-490a-a71e-859615973a12/img_91f91f06da60a0b29bd9a0cff05d9818.png" id="203" name="Google Shape;20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8"/>
          <p:cNvSpPr/>
          <p:nvPr/>
        </p:nvSpPr>
        <p:spPr>
          <a:xfrm>
            <a:off x="5349240" y="313182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Feche com pergunta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Convide a equipe à deliberação: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“O que vocês acham de testarmos este caminho por uma semana?”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/>
          <p:nvPr/>
        </p:nvSpPr>
        <p:spPr>
          <a:xfrm>
            <a:off x="274320" y="182880"/>
            <a:ext cx="45034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Posicionamento com firmeza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274320" y="1451610"/>
            <a:ext cx="4503420" cy="1748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Firmeza sem agressividade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Defender suas ideias não exige falar mais alto ou desqualificar os outros. Firmeza comunicativa nasce da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consistência lógica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do controle vocal.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274320" y="3383280"/>
            <a:ext cx="4503420" cy="1303020"/>
          </a:xfrm>
          <a:prstGeom prst="roundRect">
            <a:avLst>
              <a:gd fmla="val 7018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400050" y="3509010"/>
            <a:ext cx="320040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070"/>
              <a:buFont typeface="Lexend"/>
              <a:buNone/>
            </a:pPr>
            <a:r>
              <a:rPr b="0" i="0" lang="en-US" sz="207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🧠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765810" y="3509010"/>
            <a:ext cx="3886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Separe as pessoas dos problemas: ataque os desafios, nunca os colegas.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d7b49b1bd99770732e4992116e411652.png" id="215" name="Google Shape;2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assertiva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0cd7f33bd520cb15a53dc1b29156ad03.png" id="222" name="Google Shape;22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23" name="Google Shape;223;p20"/>
          <p:cNvSpPr/>
          <p:nvPr/>
        </p:nvSpPr>
        <p:spPr>
          <a:xfrm>
            <a:off x="274320" y="2834640"/>
            <a:ext cx="28117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Passiva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Guarda ideias por receio, aceita tarefas inviáveis em silêncio e acumula frustração.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681f18fe3378c5736a8be0a45355138c.png" id="224" name="Google Shape;22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25" name="Google Shape;225;p20"/>
          <p:cNvSpPr/>
          <p:nvPr/>
        </p:nvSpPr>
        <p:spPr>
          <a:xfrm>
            <a:off x="3166110" y="283464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Agressiva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Interrompe os outros, ridiculariza opiniões contrárias e impõe pontos de vista na força.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fccc863a909338f53e5406c3eb162848.png" id="226" name="Google Shape;22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27" name="Google Shape;227;p20"/>
          <p:cNvSpPr/>
          <p:nvPr/>
        </p:nvSpPr>
        <p:spPr>
          <a:xfrm>
            <a:off x="6069330" y="283464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Assertiva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Expressa convicções com gentileza, apoia argumentos em fatos e sabe dizer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“não”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quando preciso.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/>
          <p:nvPr/>
        </p:nvSpPr>
        <p:spPr>
          <a:xfrm>
            <a:off x="274320" y="182880"/>
            <a:ext cx="45034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arte da síntese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274320" y="1017270"/>
            <a:ext cx="4503420" cy="1748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Destilar o essencial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conversas longas, o grupo tende a se perder em detalhes repetitivos. O papel de quem sintetiza é organizar o caos verbal em alternativas claras.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274320" y="2948940"/>
            <a:ext cx="45720" cy="187452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537210" y="2948940"/>
            <a:ext cx="424053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“Ouvimos três propostas excelentes: a da Ana reduz custos, a do João economiza tempo e a do Lucas tem maior alcance. Em qual dessas três prioridades vamos focar hoje?”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Exemplo de intervenção de síntese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812aa3df5c136f8b5f51db5d01b30b87.png" id="237" name="Google Shape;2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Focar na tomada de decisão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eec719ffc25a477a61ff32cf1dbb11f1.png" id="244" name="Google Shape;2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45" name="Google Shape;245;p22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Fase Divergente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Momento de brainstorming livre, onde surgem ideias diferentes sem julgamento prematuro.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cfee137878e03bf245127910d1f34578.png" id="246" name="Google Shape;24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47" name="Google Shape;247;p22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Fase Convergente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Momento de afunilamento, onde o grupo avalia critérios práticos e escolhe uma rota definitiva.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 de Dinâmica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Mediação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Ato de conciliar visões divergentes com postura neutra e construtiva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formal por escrito das deliberações e tarefas acordadas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Resumo dos pontos centrais que encaminha o grupo à escolha final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Guia temático com objetivos e durações de cada assunto da reunião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 de Dinâmica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Mediação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Ato de conciliar visões divergentes com postura neutra e construtiva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formal por escrito das deliberações e tarefas acordadas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Resumo dos pontos centrais que encaminha o grupo à escolha final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Guia temático com objetivos e durações de cada assunto da reunião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24"/>
          <p:cNvCxnSpPr/>
          <p:nvPr/>
        </p:nvCxnSpPr>
        <p:spPr>
          <a:xfrm>
            <a:off x="2571750" y="16230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24"/>
          <p:cNvCxnSpPr/>
          <p:nvPr/>
        </p:nvCxnSpPr>
        <p:spPr>
          <a:xfrm>
            <a:off x="2571750" y="25374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24"/>
          <p:cNvCxnSpPr/>
          <p:nvPr/>
        </p:nvCxnSpPr>
        <p:spPr>
          <a:xfrm flipH="1" rot="10800000">
            <a:off x="2571750" y="1652778"/>
            <a:ext cx="994410" cy="1799082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24"/>
          <p:cNvCxnSpPr/>
          <p:nvPr/>
        </p:nvCxnSpPr>
        <p:spPr>
          <a:xfrm>
            <a:off x="2571750" y="43662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24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/>
          <p:nvPr/>
        </p:nvSpPr>
        <p:spPr>
          <a:xfrm>
            <a:off x="274320" y="182880"/>
            <a:ext cx="45034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Gerenciando conflitos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274320" y="1017270"/>
            <a:ext cx="4503420" cy="1748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Divergências geram inovação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Discordar é natural e saudável para o crescimento de qualquer equipe. O perigo real não é a divergência de ideias, mas o ataque pessoal e a perda de compostura.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274320" y="2948940"/>
            <a:ext cx="4503420" cy="1577340"/>
          </a:xfrm>
          <a:prstGeom prst="roundRect">
            <a:avLst>
              <a:gd fmla="val 5797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5"/>
          <p:cNvSpPr/>
          <p:nvPr/>
        </p:nvSpPr>
        <p:spPr>
          <a:xfrm>
            <a:off x="400050" y="3074670"/>
            <a:ext cx="320040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070"/>
              <a:buFont typeface="Lexend"/>
              <a:buNone/>
            </a:pPr>
            <a:r>
              <a:rPr b="0" i="0" lang="en-US" sz="207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765810" y="3074670"/>
            <a:ext cx="38862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Cuidado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Evite frases como </a:t>
            </a:r>
            <a:r>
              <a:rPr b="0" i="1" lang="en-US" sz="153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“sua ideia é horrível”</a:t>
            </a:r>
            <a:r>
              <a:rPr b="0" i="0" lang="en-US" sz="153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; prefira </a:t>
            </a:r>
            <a:r>
              <a:rPr b="0" i="1" lang="en-US" sz="153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“temo que essa rota exceda nosso prazo de entrega”</a:t>
            </a:r>
            <a:r>
              <a:rPr b="0" i="0" lang="en-US" sz="153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2fcf792957f6016af3f27aeda99ac765.png" id="297" name="Google Shape;29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Passos para mediar embates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22a1e4c42d26315af3ac1cca2b48820a.png" id="304" name="Google Shape;30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05" name="Google Shape;305;p26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274320" y="362331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Escutar os dois lados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Ouvir cada parte com tempo igual e sem interrupções.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c4cb9f70516b992177514460b678aa1c.png" id="307" name="Google Shape;30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08" name="Google Shape;308;p26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3200400" y="362331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Encontrar o ponto comum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Focar no objetivo maior compartilhado por todos.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5e21b9637b76909f6382aab7457dcbb7.png" id="310" name="Google Shape;31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11" name="Google Shape;311;p26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6"/>
          <p:cNvSpPr/>
          <p:nvPr/>
        </p:nvSpPr>
        <p:spPr>
          <a:xfrm>
            <a:off x="6126480" y="362331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Construir o acordo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uma solução equilibrada e aceita pelo grupo.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importância da ata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c10539dcb304aed08e72a8c9369621ed.png" id="319" name="Google Shape;31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20" name="Google Shape;320;p27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Memória Documental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ata evita o esquecimento de detalhes e serve de referência para quem faltou ao encontro.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75123e3eddeeb7362a86ae711e5e7ad9.png" id="321" name="Google Shape;32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22" name="Google Shape;322;p27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Responsabilização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Define com clareza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faz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até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eliminando desculpas futuras.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"/>
          <p:cNvSpPr/>
          <p:nvPr/>
        </p:nvSpPr>
        <p:spPr>
          <a:xfrm>
            <a:off x="274320" y="182880"/>
            <a:ext cx="429768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formal de uma ata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274320" y="1451610"/>
            <a:ext cx="4297680" cy="3360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registrar no papel?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67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Cabeçalho: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Data, horário, local e lista de participantes presentes e ausentes.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Pauta tratada: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Resumo das matérias discutidas em ordem cronológica.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Deliberações: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Decisões tomadas (inclusive votos contrários e ressalvas).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Plano de ação: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Tabela com tarefa, responsável e data de entrega.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6bb339c1c282d4a4959484c5c595351e.png" id="330" name="Google Shape;33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 de registro claro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Clareza transforma palavras em compromissos reais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69ca5c11d0b580ad06a32aecbea9a916.png" id="338" name="Google Shape;33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9"/>
          <p:cNvSpPr/>
          <p:nvPr/>
        </p:nvSpPr>
        <p:spPr>
          <a:xfrm>
            <a:off x="3291840" y="182880"/>
            <a:ext cx="55778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redigir encaminhamentos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Evite anotações vagas como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 turma vai pesquisar os custos”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Registre sempre o responsável e o prazo exato: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3291840" y="1817370"/>
            <a:ext cx="5577840" cy="1623060"/>
          </a:xfrm>
          <a:prstGeom prst="roundRect">
            <a:avLst>
              <a:gd fmla="val 5634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9"/>
          <p:cNvSpPr/>
          <p:nvPr/>
        </p:nvSpPr>
        <p:spPr>
          <a:xfrm>
            <a:off x="3417570" y="194310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3829050" y="1943100"/>
            <a:ext cx="4914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Exemplo Correto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“Mariana entregará a cotação de 3 orçamentos da gráfica no grupo até 15/10 às 17h.”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Validação de Registros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uma ata formal de reunião escolar, é necessário transcrever palavra por palavra tudo o que cada estudante falou.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Validação de Registros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1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uma ata formal de reunião escolar, é necessário transcrever palavra por palavra tudo o que cada estudante falou.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A ata deve registrar apenas as ideias essenciais, deliberações e os encaminhamentos finais com seus responsáveis.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Pontualidade e ritmo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457200" y="292608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2"/>
          <p:cNvSpPr/>
          <p:nvPr/>
        </p:nvSpPr>
        <p:spPr>
          <a:xfrm>
            <a:off x="16687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2"/>
          <p:cNvSpPr/>
          <p:nvPr/>
        </p:nvSpPr>
        <p:spPr>
          <a:xfrm>
            <a:off x="44119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2"/>
          <p:cNvSpPr/>
          <p:nvPr/>
        </p:nvSpPr>
        <p:spPr>
          <a:xfrm>
            <a:off x="71551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2"/>
          <p:cNvSpPr/>
          <p:nvPr/>
        </p:nvSpPr>
        <p:spPr>
          <a:xfrm>
            <a:off x="685800" y="317754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Início Pontual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Começar na hora marcada respeita quem chegou cedo.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2"/>
          <p:cNvSpPr/>
          <p:nvPr/>
        </p:nvSpPr>
        <p:spPr>
          <a:xfrm>
            <a:off x="3429000" y="131445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Durante o debate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Cortar divagações e acompanhar o relógio da pauta.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6172200" y="317754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Fim no Horário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Concluir sem ultrapassar o limite estipulado.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Etiqueta e boas práticas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2743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35f183fc-cd78-490a-a71e-859615973a12/img_364ebaf5502328cfcd299bb247abc7f1.png" id="385" name="Google Shape;38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3"/>
          <p:cNvSpPr/>
          <p:nvPr/>
        </p:nvSpPr>
        <p:spPr>
          <a:xfrm>
            <a:off x="1005840" y="106299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Atenção Plena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Evite celular e telas paralelas. Olhar nos olhos de quem fala demonstra consideração e profissionalismo.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46177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35f183fc-cd78-490a-a71e-859615973a12/img_a52b8d906fd065c2a32eefa5a58f0aa6.png" id="388" name="Google Shape;38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3"/>
          <p:cNvSpPr/>
          <p:nvPr/>
        </p:nvSpPr>
        <p:spPr>
          <a:xfrm>
            <a:off x="5349240" y="106299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Cuidado Online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chamadas virtuais, mantenha câmera aberta se possível e microfone fechado enquanto outros expõem.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3"/>
          <p:cNvSpPr/>
          <p:nvPr/>
        </p:nvSpPr>
        <p:spPr>
          <a:xfrm>
            <a:off x="2743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35f183fc-cd78-490a-a71e-859615973a12/img_e2e61f45f0a07cdc8c419a855ad8a863.png" id="391" name="Google Shape;391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3"/>
          <p:cNvSpPr/>
          <p:nvPr/>
        </p:nvSpPr>
        <p:spPr>
          <a:xfrm>
            <a:off x="1005840" y="313182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Falas Breves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Faça suas colocações em 1 ou 2 minutos para que todos os membros tenham espaço para contribuir.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46177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35f183fc-cd78-490a-a71e-859615973a12/img_c951c96c2cd2885baed7e31672f12d42.png" id="394" name="Google Shape;39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3"/>
          <p:cNvSpPr/>
          <p:nvPr/>
        </p:nvSpPr>
        <p:spPr>
          <a:xfrm>
            <a:off x="5349240" y="313182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Compromisso Coletivo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Mesmo se sua proposta não for a vencedora, abrace a decisão tomada pela maioria com dedicação.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"/>
          <p:cNvSpPr/>
          <p:nvPr/>
        </p:nvSpPr>
        <p:spPr>
          <a:xfrm>
            <a:off x="1691640" y="182880"/>
            <a:ext cx="577215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Estudo de caso comparativo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6ce2933e9e91d99fdc9c204a59762c55.png" id="402" name="Google Shape;40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8595360" cy="3086100"/>
          </a:xfrm>
          <a:prstGeom prst="roundRect">
            <a:avLst>
              <a:gd fmla="val 4444" name="adj"/>
            </a:avLst>
          </a:prstGeom>
          <a:noFill/>
          <a:ln>
            <a:noFill/>
          </a:ln>
        </p:spPr>
      </p:pic>
      <p:sp>
        <p:nvSpPr>
          <p:cNvPr id="403" name="Google Shape;403;p34"/>
          <p:cNvSpPr/>
          <p:nvPr/>
        </p:nvSpPr>
        <p:spPr>
          <a:xfrm>
            <a:off x="274320" y="410337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Esquerda: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sem pauta, atrasos e dispersão.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Direita: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foco no objetivo, respeito aos tempos e 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Anatomia de uma reunião ruim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ec6dfdaf2a15b866d97fa0e31804550c.png" id="410" name="Google Shape;41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11" name="Google Shape;411;p35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Falta de Pauta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Ninguém sabe o que debater; cada participante puxa um tema aleatório e o tempo esgota.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e494929beab59cecb4294bc99e3cccfc.png" id="412" name="Google Shape;41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13" name="Google Shape;413;p35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Sem Donos da Ação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Decisões ficam no ar com frases como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“alguém precisa ver isso”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e na semana seguinte nada avançou.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Pilares da reunião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6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Preparação Prévia: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Envio da pauta aos participantes com pelo menos 24 horas de antecedência.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6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6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6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Gestão Ativa do Tempo: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Controle firme dos minutos por tópico sem permitir digressões fora da pauta.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6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6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Imediato de Ações: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Todos saem da sala sabendo com clareza suas próximas entregas e prazos.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"/>
          <p:cNvSpPr/>
          <p:nvPr/>
        </p:nvSpPr>
        <p:spPr>
          <a:xfrm>
            <a:off x="274320" y="182880"/>
            <a:ext cx="45034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Preparação para a simulação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7"/>
          <p:cNvSpPr/>
          <p:nvPr/>
        </p:nvSpPr>
        <p:spPr>
          <a:xfrm>
            <a:off x="274320" y="1451610"/>
            <a:ext cx="4503420" cy="3006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cenário do nosso roleplay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Vocês simularão uma reunião de 10 minutos para planejar o estande da turma na Feira Cultural da Escola.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Equipe 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Líder (organiza falas e tempo).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Equipe B: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Relator (anota a ata e as tarefas).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Equipe C: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Participantes com opiniões opostas sobre o tema.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5f183fc-cd78-490a-a71e-859615973a12/img_9e6a067168f6bfafa17ebfda084963f0.png" id="436" name="Google Shape;43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35f183fc-cd78-490a-a71e-859615973a12/img_1198f6ede5e2216c51986e3c51e1178b.png" id="442" name="Google Shape;44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765810"/>
            <a:ext cx="44577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35f183fc-cd78-490a-a71e-859615973a12/img_8a24e3ff7b4a82157a2fbce21835f7b5.png" id="443" name="Google Shape;44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3490" y="1897380"/>
            <a:ext cx="33147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Roleplay: Reunião do Projeto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8"/>
          <p:cNvSpPr/>
          <p:nvPr/>
        </p:nvSpPr>
        <p:spPr>
          <a:xfrm>
            <a:off x="285750" y="925830"/>
            <a:ext cx="426339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quartetos, realizem uma reunião de 6 minutos para definir o tema e a divisão de tarefas da Feira Cultural. O líder deve abrir a pauta e controlar o tempo; o relator deve registrar a ata com responsáveis e prazos; e os participantes devem defender propostas usando frases assertivas e sintetizando os acordos ao final.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você vai precisar: 🎨 🖌️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Folha para ata, cronômetro do celular, caneta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35f183fc-cd78-490a-a71e-859615973a12/img_88f2cf22d50efe57d124336ea25cb3a9.png" id="451" name="Google Shape;45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35f183fc-cd78-490a-a71e-859615973a12/img_2be7d368be7f2bf85df2fd770aba6498.png" id="452" name="Google Shape;45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Debriefing da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9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Durante a simulação em grupo, quais foram os maiores desafios encontrados para manter o foco na pauta e cumprir o tempo determinado?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35f183fc-cd78-490a-a71e-859615973a12/img_88f2cf22d50efe57d124336ea25cb3a9.png" id="460" name="Google Shape;46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Debriefing da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0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Interrupções entre colegas antes do término do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Dificuldade do líder em cortar assuntos que fugiam do objetivo.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Tempo curto para transformar discordâncias em compromissos práticos na ata.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35f183fc-cd78-490a-a71e-859615973a12/img_74db676abbf9321227487417a15623c8.png" id="469" name="Google Shape;46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Geral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1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o documento prévio indispensável para que os participantes cheguem preparados à reunião?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1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principal responsabilidade do relator durante o encontro?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1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atitude comunicativa caracteriza a postura assertiva diante de divergências?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Geral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2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pauta (ou agenda da reunião).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2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Registrar as decisões, prazos e responsáveis na ata.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2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Defender ideias com firmeza e fatos sem atacar nem desrespeitar os colegas.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35f183fc-cd78-490a-a71e-859615973a12/img_24387565dc2d5714ed6c4b0844f90130.png" id="489" name="Google Shape;48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3"/>
          <p:cNvSpPr/>
          <p:nvPr/>
        </p:nvSpPr>
        <p:spPr>
          <a:xfrm>
            <a:off x="2251710" y="1771650"/>
            <a:ext cx="465201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Comunicação em 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3"/>
          <p:cNvSpPr/>
          <p:nvPr/>
        </p:nvSpPr>
        <p:spPr>
          <a:xfrm>
            <a:off x="274320" y="251460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Reuniões produtivas constroem soluções compartilhadas e aceleram grandes conquistas!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