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4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50.png"/><Relationship Id="rId5" Type="http://schemas.openxmlformats.org/officeDocument/2006/relationships/image" Target="../media/image49.png"/><Relationship Id="rId6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5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5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image" Target="../media/image6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Relationship Id="rId4" Type="http://schemas.openxmlformats.org/officeDocument/2006/relationships/image" Target="../media/image6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image" Target="../media/image72.png"/><Relationship Id="rId5" Type="http://schemas.openxmlformats.org/officeDocument/2006/relationships/image" Target="../media/image7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7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Relationship Id="rId4" Type="http://schemas.openxmlformats.org/officeDocument/2006/relationships/image" Target="../media/image7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80.png"/><Relationship Id="rId5" Type="http://schemas.openxmlformats.org/officeDocument/2006/relationships/image" Target="../media/image8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8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Integração Prática: O Projeto Capstone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Unindo escrita técnica, oratória e ferramentas digitais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58618a79fd0d3841740cc8ff4bef93af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425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d254864-a674-4be0-a2f3-175fdf44da55/img_a2fe9ce68788c734cd1efad419cd17f5.png" id="23" name="Google Shape;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Grande Enigma da Comunicação Real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74320" y="328041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ter uma solução brilhante para a sua escola ou comunidade, mas ninguém lê seu relatório ou presta atenção na sua apresentação. Escrever bem basta se a fala falhar? E se o e-mail for confuso, como a equipe executará o plano?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Integrar os saberes dos 6 módulos do curso em um projeto executivo completo.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Estruturar um relatório técnico, um memorando e uma estratégia oral para defesa em equipe.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netiqueta, colaboração em nuvem e sincronismo não-verbal no ambiente de trabalho.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 do Projeto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0375fe5830f8b088bc6df054eb0a2f78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Integração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União harmoniosa de diferentes partes em um sistema único e funcional.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f2579d076003c02e13b97421ede562d0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09753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Projeto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Esforço temporário planejado para criar um resultado ou solução específica.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eb2aeb5af7e11e269c2a5860cef0a206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66903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Aplicação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Uso concreto de teorias e regras em situações reais e práticas.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2e91bd0b098b133fe99e759f752154a6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09753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Trabalho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Atividade coordenada com empenho físico e mental para atingir um objetivo.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274320" y="33147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Recapitulação: Gestos e Tom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274320" y="1554480"/>
            <a:ext cx="4114800" cy="3177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vimos que 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sincronismo não-verbal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valida a mensagem falada. Quando o tom de voz e os gestos contradizem as palavras, o público perde a confiança no emissor.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aberta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Braços relaxados e olhar firme demonstram clareza.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Inflexão vocal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Pausas e variações de volume evitam a monotonia.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d426a1301d0b27a05d41c974715400d8.png" id="62" name="Google Shape;6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d254864-a674-4be0-a2f3-175fdf44da55/img_74db676abbf9321227487417a15623c8.png" id="68" name="Google Shape;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Quiz: Sincronismo Não-Verbal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acontece quando a linguagem corporal contradiz a fala em uma apresentação formal?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elemento vocal deve ser ajustado para destacar pontos cruciais de um argumento?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o contato visual constante e equilibrado é indispensável na oratória profissional?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Quiz: Sincronismo Não-Verbal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receptor confia predominantemente nos sinais não-verbais e a mensagem perde credibilidade.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ênfase vocal acompanhada de pausas estratégicas de silêncio.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Porque estabelece conexão direta, transmite segurança e mantém o engajamento do público.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/>
          <p:nvPr/>
        </p:nvSpPr>
        <p:spPr>
          <a:xfrm>
            <a:off x="274320" y="182880"/>
            <a:ext cx="4206240" cy="2251710"/>
          </a:xfrm>
          <a:prstGeom prst="roundRect">
            <a:avLst>
              <a:gd fmla="val 609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254864-a674-4be0-a2f3-175fdf44da55/img_504f539f6dc7d2c38156a4cc4466d38c.png" id="89" name="Google Shape;8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3314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0"/>
          <p:cNvSpPr/>
          <p:nvPr/>
        </p:nvSpPr>
        <p:spPr>
          <a:xfrm>
            <a:off x="1062990" y="3314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Fundamentos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Emissor, receptor, canal, ruído e ciclo contínuo de feedback avaliativo.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4663440" y="182880"/>
            <a:ext cx="4206240" cy="2251710"/>
          </a:xfrm>
          <a:prstGeom prst="roundRect">
            <a:avLst>
              <a:gd fmla="val 609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254864-a674-4be0-a2f3-175fdf44da55/img_970b2f78aeba0829e2df2d87915ee8fa.png" id="92" name="Google Shape;9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3314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/>
          <p:nvPr/>
        </p:nvSpPr>
        <p:spPr>
          <a:xfrm>
            <a:off x="5452110" y="3314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Oral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Oratória, reuniões participativas, ritmo vocal e técnicas de apresentação.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274320" y="2617470"/>
            <a:ext cx="4206240" cy="2251710"/>
          </a:xfrm>
          <a:prstGeom prst="roundRect">
            <a:avLst>
              <a:gd fmla="val 609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254864-a674-4be0-a2f3-175fdf44da55/img_1a43b33a31841349e335678341c7ac6c.png" id="95" name="Google Shape;9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27660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0"/>
          <p:cNvSpPr/>
          <p:nvPr/>
        </p:nvSpPr>
        <p:spPr>
          <a:xfrm>
            <a:off x="1062990" y="27660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Escrita Técnica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Normas padrão, relatórios estruturados, e-mails executivos e memorandos.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4663440" y="2617470"/>
            <a:ext cx="4206240" cy="2251710"/>
          </a:xfrm>
          <a:prstGeom prst="roundRect">
            <a:avLst>
              <a:gd fmla="val 609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d254864-a674-4be0-a2f3-175fdf44da55/img_aa60db37fec41a1c60389e068b423f76.png" id="98" name="Google Shape;9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27660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0"/>
          <p:cNvSpPr/>
          <p:nvPr/>
        </p:nvSpPr>
        <p:spPr>
          <a:xfrm>
            <a:off x="5452110" y="27660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Digital &amp; Corporal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Netiqueta, segurança de dados em nuvem e congruência postural ativa.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Conceito do Projeto Capstone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274320" y="1017270"/>
            <a:ext cx="4114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termo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capstone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refere-se à pedra angular que coroa uma cúpula ou monumento arquitetônico. No ambiente educacional e profissional, representa a síntese culminante do aprendizado.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274320" y="3120390"/>
            <a:ext cx="4114800" cy="1623060"/>
          </a:xfrm>
          <a:prstGeom prst="roundRect">
            <a:avLst>
              <a:gd fmla="val 5634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1"/>
          <p:cNvSpPr/>
          <p:nvPr/>
        </p:nvSpPr>
        <p:spPr>
          <a:xfrm>
            <a:off x="400050" y="324612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811530" y="3246120"/>
            <a:ext cx="34518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Definição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O Capstone exige aplicar todos os módulos simultaneamente para resolver um problema real.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835d45854b5ea28c5810fba56d848c0c.png" id="110" name="Google Shape;11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/>
          <p:nvPr/>
        </p:nvSpPr>
        <p:spPr>
          <a:xfrm>
            <a:off x="274320" y="58293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Cenário: Crise de Comunicação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274320" y="1851660"/>
            <a:ext cx="484632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empresa de tecnologia escolar (EduTech Horizonte) migrou todo o seu portal estudantil para uma nova plataforma na nuvem sem avisar adequadamente alunos, professores e pais.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resultado foi imediato: senhas bloqueadas, suporte sobrecarregado e mensagens agressivas em redes sociais.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57a9fc3398701936025cf0afbfa4286b.png" id="118" name="Google Shape;11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Desafio Central das Equipes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274320" y="92583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Sua equipe foi contratada como 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Comissão Integrada de Comunicação Corporativa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diagnosticar a falha, reestruturar o fluxo de informação e apresentar a solução à diretoria.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a34594f8b92f2ae3d878a7987ebd38c0.png" id="126" name="Google Shape;12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068830"/>
            <a:ext cx="8595360" cy="3086100"/>
          </a:xfrm>
          <a:prstGeom prst="roundRect">
            <a:avLst>
              <a:gd fmla="val 44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das Equipes de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451c96ca54cc698f8ba4d7501b6a7e8b.png" id="133" name="Google Shape;13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6299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34" name="Google Shape;134;p14"/>
          <p:cNvSpPr/>
          <p:nvPr/>
        </p:nvSpPr>
        <p:spPr>
          <a:xfrm>
            <a:off x="182880" y="323469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274320" y="376047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Líder Técnico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Coordena o relatório técnico e valida dados levantados.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1054e1e0e65c068156382bcecaf60768.png" id="136" name="Google Shape;13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106299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37" name="Google Shape;137;p14"/>
          <p:cNvSpPr/>
          <p:nvPr/>
        </p:nvSpPr>
        <p:spPr>
          <a:xfrm>
            <a:off x="3108960" y="323469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3200400" y="376047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Redator Interno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Redige o memorando oficial com diretrizes claras.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0805b7d4e8aadbc77a8f951165867599.png" id="139" name="Google Shape;13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106299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40" name="Google Shape;140;p14"/>
          <p:cNvSpPr/>
          <p:nvPr/>
        </p:nvSpPr>
        <p:spPr>
          <a:xfrm>
            <a:off x="6035040" y="323469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6126480" y="376047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Porta-Voz Oral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o roteiro e conduz a sustentação oral.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/>
          <p:nvPr/>
        </p:nvSpPr>
        <p:spPr>
          <a:xfrm>
            <a:off x="274320" y="182880"/>
            <a:ext cx="27432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Entregável 1: Relatório Técnico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274320" y="180594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Documento analítico formal para a diretoria executiva.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b7533a1992da420d6b07a156f0eaafe3.png" id="149" name="Google Shape;14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57175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/>
          <p:nvPr/>
        </p:nvSpPr>
        <p:spPr>
          <a:xfrm>
            <a:off x="3291840" y="182880"/>
            <a:ext cx="5577840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Seções Obrigatórias do Documento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relatório precisa seguir o padrão formal estudado no Módulo 4: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Sumário Executivo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Visão geral concisa da crise.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Diagnóstico da Falha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Identificação dos canais rompidos.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Plano de Contingência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Cronograma de recuperação.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Recomendações Finais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Ações preventivas de longo prazo.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/>
        </p:nvSpPr>
        <p:spPr>
          <a:xfrm>
            <a:off x="274320" y="331470"/>
            <a:ext cx="429768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Entregável 2: Memorando Interno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274320" y="1485900"/>
            <a:ext cx="4297680" cy="3234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Enquanto o relatório detalha o problema para os diretores, 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 interno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atua diretamente na operação diária com rapidez e objetividade.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Cabeçalho formal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Para, De, Data e Assunto claro.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 direto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Instruções operacionais sem rodeios.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Chamada para Ação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Tarefas de atendimento ao cliente.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0a56c96e81f31408a51343ab5d521ac9.png" id="158" name="Google Shape;1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Roteiro da Defesa Oral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457200" y="283464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13258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33832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4406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74980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14350" y="308610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Minuto 0-1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Abertura marcante e declaração do problema central.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571750" y="93726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Minuto 1-3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Demonstração das causas e falhas no canal digital.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4629150" y="308610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Minuto 3-5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Apresentação do plano corretivo com prazos firmes.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6686550" y="93726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Minuto 5-6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Conclusão memorável e abertura para arguição.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da Apresentação Oral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as etapas canônicas da sustentação oral executiva do projeto: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Apresentação do diagnóstico técnico das falhas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Fechamento com recomendações e abertura para perguntas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Proposta do plano de ação integrado e cronograma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Abertura e gancho contextual com o problema central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da Apresentação Oral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as etapas canônicas da sustentação oral executiva do projeto: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Apresentação do diagnóstico técnico das falhas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Fechamento com recomendações e abertura para perguntas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Proposta do plano de ação integrado e cronograma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Abertura e gancho contextual com o problema central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Ferramentas Digitais Colaborativas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bcfcc648ccb2192535c47c3964447db9.png" id="207" name="Google Shape;2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08" name="Google Shape;208;p20"/>
          <p:cNvSpPr/>
          <p:nvPr/>
        </p:nvSpPr>
        <p:spPr>
          <a:xfrm>
            <a:off x="274320" y="2834640"/>
            <a:ext cx="281178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Nuvem Compartilhada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Edição simultânea de textos para garantir que todos contribuam com dados consistentes.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f75c149940bda191e5f3e521f47196e7.png" id="209" name="Google Shape;20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3166110" y="283464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Suporte Visual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Slides objetivos sem excesso de texto, priorizando diagramas e métricas essenciais.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0f99731e426e53db1e1892fa50e8af04.png" id="211" name="Google Shape;21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12" name="Google Shape;212;p20"/>
          <p:cNvSpPr/>
          <p:nvPr/>
        </p:nvSpPr>
        <p:spPr>
          <a:xfrm>
            <a:off x="6069330" y="283464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Canal de Equipe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Alinhamento rápido com tópicos organizados e respeito aos horários da equipe.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/>
          <p:nvPr/>
        </p:nvSpPr>
        <p:spPr>
          <a:xfrm>
            <a:off x="274320" y="2971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Netiqueta em Ambientes Digitais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274320" y="1520190"/>
            <a:ext cx="4114800" cy="3234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Durante o desenvolvimento do Capstone, a comunicação entre membros do grupo em canais online deve refletir padrões profissionais: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Evitar caixa alta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O uso de maiúsculas soa como grito.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 no assunto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Nomeie documentos de modo inequívoco.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Confidencialidade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Dados simulados devem ser protegidos.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b5438ff0fb695f2f2665d266f89f6f39.png" id="220" name="Google Shape;2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Padronização e Normas Visuais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274320" y="1017270"/>
            <a:ext cx="4114800" cy="162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documento com formatação descuidada gera má impressão imediata, independentemente da qualidade do conteúdo. A padronização reflete rigor técnico.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274320" y="2823210"/>
            <a:ext cx="4114800" cy="1623060"/>
          </a:xfrm>
          <a:prstGeom prst="roundRect">
            <a:avLst>
              <a:gd fmla="val 5634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400050" y="294894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811530" y="2948940"/>
            <a:ext cx="34518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Fontes variadas e margens desiguais tiram a autoridade de qualquer relatório técnico.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9bf6376e9bac44950c0b0076c63fac46.png"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Conceitos de Comunicação Integrada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Netiqueta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Inflexão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Diagnóstico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Conjunto de boas maneiras e normas éticas na internet.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escrita interna breve voltada à ação prática.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Variação intencional da voz para enfatizar palavras-chave.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aprofundada para identificar causas raízes de um problema.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Conceitos de Comunicação Integrada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Netiqueta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Inflexão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Diagnóstico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Conjunto de boas maneiras e normas éticas na internet.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escrita interna breve voltada à ação prática.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Variação intencional da voz para enfatizar palavras-chave.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aprofundada para identificar causas raízes de um problema.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24"/>
          <p:cNvCxnSpPr/>
          <p:nvPr/>
        </p:nvCxnSpPr>
        <p:spPr>
          <a:xfrm>
            <a:off x="2571750" y="16230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24"/>
          <p:cNvCxnSpPr/>
          <p:nvPr/>
        </p:nvCxnSpPr>
        <p:spPr>
          <a:xfrm>
            <a:off x="2571750" y="25374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2571750" y="34518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24"/>
          <p:cNvCxnSpPr/>
          <p:nvPr/>
        </p:nvCxnSpPr>
        <p:spPr>
          <a:xfrm flipH="1" rot="10800000">
            <a:off x="2571750" y="2567178"/>
            <a:ext cx="994410" cy="17990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24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Ciclo da Mentoria Guiada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3a18f068eb812a67711b810424326070.png" id="277" name="Google Shape;2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78" name="Google Shape;278;p25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274320" y="3623310"/>
            <a:ext cx="2743200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Diagnóstico Inicial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do problema central e alinhamento do foco.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7f8a3442069deab1a40e43bfe415fc52.png" id="280" name="Google Shape;28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81" name="Google Shape;281;p25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3200400" y="3600450"/>
            <a:ext cx="27432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Refinamento Textual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Ajustes de clareza e remoção de excessos.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aea9aba1e1b4a7c2d043645d6a51d477.png" id="283" name="Google Shape;28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84" name="Google Shape;284;p25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5"/>
          <p:cNvSpPr/>
          <p:nvPr/>
        </p:nvSpPr>
        <p:spPr>
          <a:xfrm>
            <a:off x="6126480" y="3623310"/>
            <a:ext cx="2743200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Ensaio Expressivo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Treino de postura e controle de tempo.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/>
          <p:nvPr/>
        </p:nvSpPr>
        <p:spPr>
          <a:xfrm>
            <a:off x="274320" y="217170"/>
            <a:ext cx="41148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 entre Pares: Método Crítico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274320" y="1885950"/>
            <a:ext cx="411480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Durante a oficina, cada grupo examinará a proposta de outra equipe utilizando 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método sanduíche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Elogio sincero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Destacar um ponto forte da análise apresentada.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Crítica construtiva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Apontar uma ambiguidade ou lacuna técnica.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Sugestão prática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Oferecer uma recomendação viável de melhoria.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042f2d70e6a20f7ee9da8f780a86060a.png" id="293" name="Google Shape;29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 Construtivo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formulação mais eficaz para fornecer feedback entre pares sobre um relatório técnico?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pontos fortes do texto e sugerir ajustes objetivos nas partes que apresentarem ambiguidade.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Reescrever o documento do colega por conta própria para acelerar a entrega do grupo.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Elogiar genericamente todo o conteúdo para evitar divergências de opinião na equipe.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Apontar apenas que o texto está confuso, sem indicar onde se encontra a incoerência.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 Construtivo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formulação mais eficaz para fornecer feedback entre pares sobre um relatório técnico?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pontos fortes do texto e sugerir ajustes objetivos nas partes que apresentarem ambiguidade.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Reescrever o documento do colega por conta própria para acelerar a entrega do grupo.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Elogiar genericamente todo o conteúdo para evitar divergências de opinião na equipe.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Apontar apenas que o texto está confuso, sem indicar onde se encontra a incoerência.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Critérios de Avaliação do Capstone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9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Consistência Técnica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Diagnóstico preciso e soluções aplicáveis com fundamentação real.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9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Qualidade Redacional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Correção gramatical estrita, coesão, formatação e concisão executiva.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9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9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Performance Oral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Gestual congruente, tom de voz audível e seguro, respeito ao tempo.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0"/>
          <p:cNvSpPr/>
          <p:nvPr/>
        </p:nvSpPr>
        <p:spPr>
          <a:xfrm>
            <a:off x="274320" y="331470"/>
            <a:ext cx="429768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Evitando Falhas Comuns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274320" y="1485900"/>
            <a:ext cx="4297680" cy="3234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projetos integradores, as equipes frequentemente tropeçam nos mesmos pontos cegos: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Fragmentação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Partes escritas com tons e vocabulários divergentes.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Sobrecarga visual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Slides com parágrafos inteiros copiados do relatório.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Falta de ensaio conjunto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Transições desajeitadas entre os oradores.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b12db78474bb24fca10c65405e78e6d6.png" id="348" name="Google Shape;34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Exemplo Prático: Introdução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b201e72bc080ec40468b1c845a63c92c.png" id="355" name="Google Shape;35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274320" y="3040380"/>
            <a:ext cx="425196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 Inadequado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"Aconteceu uma confusão danada na migração e todo mundo ficou bravo com o sistema novo."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9d8631e9988f92dc9778eb0f19a5f599.png" id="357" name="Google Shape;35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58" name="Google Shape;358;p31"/>
          <p:cNvSpPr/>
          <p:nvPr/>
        </p:nvSpPr>
        <p:spPr>
          <a:xfrm>
            <a:off x="4617720" y="3040380"/>
            <a:ext cx="4251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 Técnico e Preciso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"A transição de infraestrutura apresentou falhas de comunicação prévia, gerando indisponibilidade temporária de acessos."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Exemplo Prático: Resolução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2"/>
          <p:cNvSpPr/>
          <p:nvPr/>
        </p:nvSpPr>
        <p:spPr>
          <a:xfrm>
            <a:off x="274320" y="1017270"/>
            <a:ext cx="411480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Redação do Memorando Operacional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Observe a objetividade do parágrafo de encaminhamento do memorando interno: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2"/>
          <p:cNvSpPr/>
          <p:nvPr/>
        </p:nvSpPr>
        <p:spPr>
          <a:xfrm>
            <a:off x="274320" y="3028950"/>
            <a:ext cx="45720" cy="16230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2"/>
          <p:cNvSpPr/>
          <p:nvPr/>
        </p:nvSpPr>
        <p:spPr>
          <a:xfrm>
            <a:off x="548640" y="3028950"/>
            <a:ext cx="3840480" cy="162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“Solicita-se a toda a equipe de suporte a priorização dos chamados de redefinição de senha até as 18h de hoje, registrando cada ocorrência na planilha mestra.”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45d5ea8c5b53b3f04f4a42c92c368673.png" id="368" name="Google Shape;36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/>
          <p:nvPr/>
        </p:nvSpPr>
        <p:spPr>
          <a:xfrm>
            <a:off x="274320" y="1371600"/>
            <a:ext cx="49377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Fase da Oficina: Mão na Massa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274320" y="2640330"/>
            <a:ext cx="49377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Agora as equipes assumem suas estações de trabalho para elaborar os documentos e ensaiar a sustentação oral.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9a35b4dc56790d0eefbcd98876d7ec48.png" id="376" name="Google Shape;37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Oficina: Roteiro de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048f4a912aaab9d5eb1f884ce9482a37.png" id="383" name="Google Shape;38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1887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84" name="Google Shape;384;p34"/>
          <p:cNvSpPr/>
          <p:nvPr/>
        </p:nvSpPr>
        <p:spPr>
          <a:xfrm>
            <a:off x="274320" y="3360420"/>
            <a:ext cx="201168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1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Alinhamento das funções e divisão do texto.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dc46150c23226b152ed3999977080d14.png" id="385" name="Google Shape;38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11887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86" name="Google Shape;386;p34"/>
          <p:cNvSpPr/>
          <p:nvPr/>
        </p:nvSpPr>
        <p:spPr>
          <a:xfrm>
            <a:off x="2468880" y="3360420"/>
            <a:ext cx="201168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2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Redação do relatório técnico e do memorando.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5c68658b21ed6f29fecd6dc58b70243c.png" id="387" name="Google Shape;387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1887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88" name="Google Shape;388;p34"/>
          <p:cNvSpPr/>
          <p:nvPr/>
        </p:nvSpPr>
        <p:spPr>
          <a:xfrm>
            <a:off x="4663440" y="3360420"/>
            <a:ext cx="201168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3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Criação dos tópicos para os slides da defesa.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46b2dd903d24038a313dbfcec365fc32.png" id="389" name="Google Shape;389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11887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90" name="Google Shape;390;p34"/>
          <p:cNvSpPr/>
          <p:nvPr/>
        </p:nvSpPr>
        <p:spPr>
          <a:xfrm>
            <a:off x="6858000" y="3360420"/>
            <a:ext cx="201168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4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Ensaio oral com cronômetro e postura ativa.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d254864-a674-4be0-a2f3-175fdf44da55/img_b8e2e30cbb6ba10a8acb00af0ff4be05.png" id="396" name="Google Shape;39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dd254864-a674-4be0-a2f3-175fdf44da55/img_b8b0ee6c7802905a4f96b845bf21237a.png" id="397" name="Google Shape;39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1908810"/>
            <a:ext cx="269748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Oficina Prática: Elaboração Capstone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5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Nas equipes designadas, redijam o Sumário Executivo do Relatório Técnico (máximo de 8 linhas) e o parágrafo de ação do Memorando Interno. Em seguida, o orador da equipe deve ensaiar a introdução da apresentação de 1 minuto perante os colegas de grupo, aplicando tom firme e contato visual.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6"/>
          <p:cNvSpPr/>
          <p:nvPr/>
        </p:nvSpPr>
        <p:spPr>
          <a:xfrm>
            <a:off x="274320" y="2971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Checklist Final de Entrega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274320" y="1520190"/>
            <a:ext cx="4114800" cy="3234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Antes de considerar o projeto concluído para a banca avaliadora, façam a verificação dos três pilares fundamentais: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Escrita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O texto segue a norma-padrão sem redundâncias?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Digital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O arquivo compartilhado está protegido e formatado?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Oralidade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O tempo de 6 minutos está estritamente calibrado?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005e83b3221704b877d404019f28545c.png" id="407" name="Google Shape;40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Simulação da Apresentação Final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274320" y="92583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próxima aula (Aula 25), ocorrerá a banca final. Cada grupo terá exatamente 6 minutos de apresentação e 4 minutos de arguição técnica com a banca examinadora.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d254864-a674-4be0-a2f3-175fdf44da55/img_842208f1b4bb9f9df3bc8674f3976f66.png" id="415" name="Google Shape;41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068830"/>
            <a:ext cx="8595360" cy="3086100"/>
          </a:xfrm>
          <a:prstGeom prst="roundRect">
            <a:avLst>
              <a:gd fmla="val 44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 dos Aprendizados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8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8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Integração de Competências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 comunicação profissional eficaz exige o alinhamento simultâneo de texto técnico, ferramentas e fala.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8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8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8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Cooperação Estruturada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Dividir papéis claros na equipe garante produtividade sem retrabalho ou sobreposição.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8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8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Rigor e Feedback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Revisões criteriosas entre pares aperfeiçoam a proposta antes da entrega definitiva.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d254864-a674-4be0-a2f3-175fdf44da55/img_88f2cf22d50efe57d124336ea25cb3a9.png" id="436" name="Google Shape;43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dd254864-a674-4be0-a2f3-175fdf44da55/img_5125dde720f4527752a9806333ad9c2a.png" id="437" name="Google Shape;43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Discussão: Integração Comunicativa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9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a experiência de integrar escrita formal, ferramentas em nuvem e oratória no Capstone altera sua percepção sobre comunicação profissional?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d254864-a674-4be0-a2f3-175fdf44da55/img_88f2cf22d50efe57d124336ea25cb3a9.png" id="445" name="Google Shape;44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Discussão: Integração Comunicativa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0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comunicação deixa de ser ato espontâneo e vira processo estratégico.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Evidencia que um bom texto precisa de defesa oral para gerar impacto.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Demonstra que a colaboração requer regras claras de alinhamento.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Conhecimento Final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1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elemento garante que um projeto Capstone de comunicação seja bem-sucedido perante uma banca avaliadora?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1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1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delegação de toda a apresentação oral para um único integrante, sem participação dos demais.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1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1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extensão volumosa do relatório técnico, privilegiando textos longos em vez de dados objetivos.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1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1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perfeita coerência entre o diagnóstico técnico do relatório escrito e a clareza da sustentação oral apresentada.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1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1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uso de slides com grande densidade de texto para evitar ter que decorar os tópicos da fala.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Conhecimento Final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2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elemento garante que um projeto Capstone de comunicação seja bem-sucedido perante uma banca avaliadora?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2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delegação de toda a apresentação oral para um único integrante, sem participação dos demais.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2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2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extensão volumosa do relatório técnico, privilegiando textos longos em vez de dados objetivos.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2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2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perfeita coerência entre o diagnóstico técnico do relatório escrito e a clareza da sustentação oral apresentada.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2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2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uso de slides com grande densidade de texto para evitar ter que decorar os tópicos da fala.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2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d254864-a674-4be0-a2f3-175fdf44da55/img_a9d0be503778587a36b212aeffef1f84.png" id="486" name="Google Shape;48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3"/>
          <p:cNvSpPr/>
          <p:nvPr/>
        </p:nvSpPr>
        <p:spPr>
          <a:xfrm>
            <a:off x="1451610" y="1725930"/>
            <a:ext cx="625221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Rumo à Apresentação Final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3"/>
          <p:cNvSpPr/>
          <p:nvPr/>
        </p:nvSpPr>
        <p:spPr>
          <a:xfrm>
            <a:off x="274320" y="257175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Seu plano está delineado, seus documentos redigidos e sua oratória calibrada. Na Aula 25, sua equipe defenderá o Projeto Capstone perante a banca examinadora.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