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4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35.png"/><Relationship Id="rId7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9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53.png"/><Relationship Id="rId5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55.png"/><Relationship Id="rId5" Type="http://schemas.openxmlformats.org/officeDocument/2006/relationships/image" Target="../media/image63.png"/><Relationship Id="rId6" Type="http://schemas.openxmlformats.org/officeDocument/2006/relationships/image" Target="../media/image57.png"/><Relationship Id="rId7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7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6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72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7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8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87.png"/><Relationship Id="rId5" Type="http://schemas.openxmlformats.org/officeDocument/2006/relationships/image" Target="../media/image80.png"/><Relationship Id="rId6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8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7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7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Elaboração de Relatórios Técnicos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Estrutura, objetividade e análise prática no mundo profissional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304cb4b2b2b34639110944afc68a6048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60579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mistério na linha de montagem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1874520"/>
            <a:ext cx="4846320" cy="258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fábrica parou por 4 horas seguidas. O supervisor enviou apenas uma mensagem rápida no chat: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“Acho que a esteira quebrou porque estava velha demais”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diretoria não liberou a verba para o conserto. Por que uma mera impressão pessoal não convence líderes a tomarem decisões de milhares de reais?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f592f1a4354aab99e221486d45147283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16586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4744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3144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Compreender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função corporativa e as partes essenciais de um relatório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1173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princípio da impessoalidade e fundamentar análises em dados concretos.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5760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9662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8061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recomendações consistentes e elaborar uma síntese executiva completa.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fundamental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ad9be7ca58f014fdedfebdb59299d8de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Documento formal que expõe fatos apurados e conclusões técnicas.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35149ed5a0b04a635e0cf22b9e1b6694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4038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Metodologia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Descrição clara dos métodos e passos usados para investigar o caso.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340c281fe0fffa08a232ff55810ddaba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Evidência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Dado mensurável, fato auditável ou registro que comprova a ocorrência.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650075d41eb22e2cc9f737a1c16caf66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40380"/>
            <a:ext cx="20116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Impessoalidade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Postura comunicativa neutra, focada no fato e isenta de opiniões.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7e4224d4eb25fdf07de18a1e21ac74c9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Revisão: A redação no ambiente de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62890" y="3177540"/>
            <a:ext cx="861822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estudamos os e-mails corporativos. Eles são rápidos e voltados à ação diária. Aprendemos que o assunto deve antecipar o tema sem rodeios e o texto precisa de abertura polida, mensagem central direta e despedida formal.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Contudo, quando a situação exige investigar um problema complexo ou avaliar um projeto inteiro, um simples e-mail não basta. Surge aí a necessidade do relatório técnico.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Campos de envio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74320" y="13601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Lembrando as funções essenciais de cada campo de mensagem.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8ceda87f875946dfe252659ba6cbfd72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8887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3291840" y="1828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3291840" y="628650"/>
            <a:ext cx="557784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Destinatário principal, responsável direto pela resposta ou ação solicitada.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CC (Cópia Carbono):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Pessoas informadas que precisam acompanhar o assunto, mas não têm obrigação de executar a tarefa imediata.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CCO (Cópia Oculta):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Destinatários invisíveis para os demais. Preserva a privacidade em listas externas ou registra envios com confidencialidade.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74db676abbf9321227487417a15623c8.png" id="78" name="Google Shape;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E-mails Corporativos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função do campo CCO em um e-mail corporativo?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caracteriza uma linha de assunto de alta eficácia?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deve ser incluído no campo CC principal?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E-mails Corporativos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Ocultar os endereços dos destinatários para preservar a privacidade e evitar exposição desnecessária.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Ser concisa, específica e informar o tema central do e-mail de imediato (ex.: Relatório Financeiro: Balanço de Outubro).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Colaboradores que precisam tomar conhecimento do assunto, sem ter a obrigação de agir de imediato.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74320" y="18288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é a redação técnica?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274320" y="1337310"/>
            <a:ext cx="123444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274320" y="1668780"/>
            <a:ext cx="491490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redação técnica é a modalidade de escrita aplicada para registrar fatos, procedimentos, pesquisas e análises operacionais em organizações.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Diferente de textos literários ou informais, seu compromisso absoluto é com a precisão, a clareza e a transparência.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274320" y="3509010"/>
            <a:ext cx="4914900" cy="1485900"/>
          </a:xfrm>
          <a:prstGeom prst="roundRect">
            <a:avLst>
              <a:gd fmla="val 615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388620" y="362331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754380" y="3623310"/>
            <a:ext cx="432054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objetivo central não é entreter ou emocionar, mas informar com exatidão para permitir tomadas de decisão seguras.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a915aaab5921191973c14f38f3fd02b7.png"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182880"/>
            <a:ext cx="3497580" cy="3703320"/>
          </a:xfrm>
          <a:prstGeom prst="roundRect">
            <a:avLst>
              <a:gd fmla="val 392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3445656e80ff9eed208c0376194393ff.png" id="110" name="Google Shape;1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1" name="Google Shape;111;p12"/>
          <p:cNvSpPr/>
          <p:nvPr/>
        </p:nvSpPr>
        <p:spPr>
          <a:xfrm>
            <a:off x="274320" y="2354580"/>
            <a:ext cx="2743200" cy="2354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estrito no fato observado. Frases diretas e sem floreios poéticos que possam causar desvios de interpretação.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8e0fae8507e0766fa3f27ae764319b43.png" id="112" name="Google Shape;11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8288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3" name="Google Shape;113;p12"/>
          <p:cNvSpPr/>
          <p:nvPr/>
        </p:nvSpPr>
        <p:spPr>
          <a:xfrm>
            <a:off x="3200400" y="2354580"/>
            <a:ext cx="2743200" cy="2354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Precisão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vocabulário técnico exato e termos normativos. Não há espaço para termos vagos como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“quase tudo”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“um pouco”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986ba3be808566b57c7f2df85f6c204c.png" id="114" name="Google Shape;11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8288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5" name="Google Shape;115;p12"/>
          <p:cNvSpPr/>
          <p:nvPr/>
        </p:nvSpPr>
        <p:spPr>
          <a:xfrm>
            <a:off x="6126480" y="2354580"/>
            <a:ext cx="2743200" cy="2354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Rastreabilidade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Toda afirmação deve remeter a uma fonte verificável: um teste de laboratório, uma medição ou uma norma oficial da ABNT.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Finalidade do relatório nas organizações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74320" y="101727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fea9716c8d9cf1125df87f126da67ac4.png"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1200150" y="1165860"/>
            <a:ext cx="313182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histórico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Preserva a memória de incidentes, manutenções e auditorias para consultas futuras.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4663440" y="101727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2f80b3df07c8a6814ba4a528f056b7c4.png" id="126" name="Google Shape;12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5589270" y="1165860"/>
            <a:ext cx="31318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Suporte a decisões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Subsidia gestores com dados sólidos para aprovar investimentos ou interromper riscos.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274320" y="309753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e81527c52efcf7d4fb81d13091073960.png" id="129" name="Google Shape;12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2461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/>
          <p:nvPr/>
        </p:nvSpPr>
        <p:spPr>
          <a:xfrm>
            <a:off x="1200150" y="3246120"/>
            <a:ext cx="313182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 jurídica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Comprova conformidade com leis ambientais, trabalhistas e normas regulamentadoras.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663440" y="309753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e44ddc1b50dfbe2522cb33a91160d09c.png" id="132" name="Google Shape;13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2461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5589270" y="3246120"/>
            <a:ext cx="31318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Padronização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Garante que qualquer profissional da equipe compreenda os testes sem dubiedade.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estrutura padrão em quatro etapas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ed743b570ae0d4ed491be0054657eaab.png" id="140" name="Google Shape;1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4ac2502b-1842-4026-9dde-d33689dd90b2/img_884baeb7fd4d283d0daf876350c4141e.png" id="141" name="Google Shape;14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4ac2502b-1842-4026-9dde-d33689dd90b2/img_ecce9fc0b82666156b8287847292e628.png" id="142" name="Google Shape;14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4ac2502b-1842-4026-9dde-d33689dd90b2/img_05134e8b18f1fd3aade7c01843199af7.png" id="143" name="Google Shape;14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44" name="Google Shape;144;p14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274320" y="3509010"/>
            <a:ext cx="2011680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Introdução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Contexto, justificativa e o objetivo da análise técnica.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2468880" y="3509010"/>
            <a:ext cx="2011680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Metodologia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Instrumentos, amostragens e métodos de coleta empregados.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4663440" y="3509010"/>
            <a:ext cx="2011680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Resultados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Dados obtidos, tabelas, gráficos e análise detalhada dos fatos.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6858000" y="3509010"/>
            <a:ext cx="2011680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Conclusões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Síntese do diagnóstico e recomendações de ação prática.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/>
          <p:nvPr/>
        </p:nvSpPr>
        <p:spPr>
          <a:xfrm>
            <a:off x="274320" y="18288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1: A Introdução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274320" y="1337310"/>
            <a:ext cx="17716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274320" y="1668780"/>
            <a:ext cx="4914900" cy="2023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introdução situa o leitor no tempo, no espaço e no motivo da elaboração do documento. Ela deve responder com exatidão: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quê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quê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quem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vez de opiniões sobre o problema, delimitam-se o escopo da investigação, as datas em que a ocorrência se deu e quais setores foram avaliados.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274320" y="3760470"/>
            <a:ext cx="45720" cy="9372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80060" y="3760470"/>
            <a:ext cx="470916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“O presente relatório tem como objetivo avaliar a eficiência térmica do servidor central da unidade de Curitiba durante o mês de março de 2026.”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359b9f3d2bfa022772c3878c7a902842.png" id="162" name="Google Shape;1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182880"/>
            <a:ext cx="3497580" cy="3497580"/>
          </a:xfrm>
          <a:prstGeom prst="roundRect">
            <a:avLst>
              <a:gd fmla="val 392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251460" y="160020"/>
            <a:ext cx="490347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2: A Metodologia de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251460" y="1337310"/>
            <a:ext cx="160020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PROCEDIMENTO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251460" y="1691640"/>
            <a:ext cx="490347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metodologia é a garantia da reprodutibilidade. Se outro técnico repetir os mesmos passos descritos, ele deve chegar aos mesmos resultados.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Nesta seção, listam-se detalhadamente os instrumentos de medição utilizados, o período exato das coletas e os critérios de amostragem adotados.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251460" y="3554730"/>
            <a:ext cx="4903470" cy="1485900"/>
          </a:xfrm>
          <a:prstGeom prst="roundRect">
            <a:avLst>
              <a:gd fmla="val 615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365760" y="366903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731520" y="3657600"/>
            <a:ext cx="430911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Especifique sempre a marca, o modelo e a data da última calibração dos aparelhos empregados nos testes.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e03db265b803c4592c8175b07750bbd7.png" id="174" name="Google Shape;1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3: Desenvolvimento e resultados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4320" y="925830"/>
            <a:ext cx="472059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desenvolvimento é a parte mais volumosa do documento. É aqui que os dados brutos são organizados, descritos e analisados com profundidade técnica.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Cruzamento de métricas: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Comparação de resultados com metas de projeto ou limites regulamentares.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 de causas: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Exame da correlação entre variáveis (ex.: aumento de temperatura x queda de tensão).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Organização visual: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Uso mandatório de gráficos, tabelas e fluxogramas para tornar os padrões visíveis de imediato.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f7c0ec52becf970a68c41d93dc3bf9c8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925830"/>
            <a:ext cx="3691890" cy="3257550"/>
          </a:xfrm>
          <a:prstGeom prst="roundRect">
            <a:avLst>
              <a:gd fmla="val 42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Conclusões técnicas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Fechando o documento com rigor e foco em resolução.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4eaa8d5f57901631e8a09cc7dae2c27c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3291840" y="1828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291840" y="628650"/>
            <a:ext cx="557784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conclusão não resume apenas o que já foi dito. Ela sintetiza o diagnóstico final comprovado pelos dados apresentados no desenvolvimento.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conclusão técnica bem elaborada não encerra o assunto no vazio: ela estabelece as bases lógicas para as medidas corretivas que a organização deve adotar.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Estrutural do Relatório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seções canônicas de um relatório técnico conforme a estrutura padrão da ABNT: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Metodologia: instrumentos, ferramentas e etapas do procedimento.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e Recomendações: diagnóstico final e proposições práticas.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Introdução: delimitação do problema e objetivos da análise.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Desenvolvimento: apresentação e análise sistemática dos dados coletados.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Estrutural do Relatório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seções canônicas de um relatório técnico conforme a estrutura padrão da ABNT: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Metodologia: instrumentos, ferramentas e etapas do procedimento.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e Recomendações: diagnóstico final e proposições práticas.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Introdução: delimitação do problema e objetivos da análise.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Desenvolvimento: apresentação e análise sistemática dos dados coletados.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274320" y="182880"/>
            <a:ext cx="508635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Evidência versus opinião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relatórios corporativos, qualquer dedução sem evidência física ou numérica é desconsiderada. Observe o contraste: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5331254b5eceba054ba1ee511b74ad95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965960"/>
            <a:ext cx="8595360" cy="2857500"/>
          </a:xfrm>
          <a:prstGeom prst="roundRect">
            <a:avLst>
              <a:gd fmla="val 48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c4910f6b72cb33a4263f383c62235df9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274320" y="2194560"/>
            <a:ext cx="4251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Abordagem opinativa (Evitar)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“Os computadores estão péssimos e lentos demais porque os funcionários abrem muitos programas ao mesmo tempo.”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Afirmação vaga, culpabilizadora e sem métricas auditáveis.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da1e9eb4103752d0767c18e00e3b6606.png" id="235" name="Google Shape;23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18288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36" name="Google Shape;236;p22"/>
          <p:cNvSpPr/>
          <p:nvPr/>
        </p:nvSpPr>
        <p:spPr>
          <a:xfrm>
            <a:off x="4617720" y="2194560"/>
            <a:ext cx="4251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Abordagem técnica (Adotar)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“No período avaliado, a memória RAM atingiu 94% de uso contínuo durante a execução simultânea dos softwares CAD e ERP.”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Fato comprovado por telemetria, objetivo e impessoal.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03e2c81ffb695cb36c0320b48553f739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/>
          <p:nvPr/>
        </p:nvSpPr>
        <p:spPr>
          <a:xfrm>
            <a:off x="251460" y="2423160"/>
            <a:ext cx="864108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princípio da impessoalidade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51460" y="3143250"/>
            <a:ext cx="864108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texto técnico, o foco recai sobre o fenômeno e os resultados obtidos, nunca sobre o autor. Por essa razão, a norma culta recomenda evitar a primeira pessoa do singular (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“eu analisei”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 e a primeira pessoa do plural (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“nós vimos”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Prioriza-se a voz passiva ou o pronome apassivador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“analisou-se”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“constatou-se”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“foram identificadas”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 Isso garante distanciamento profissional e confere autoridade científica ao relato.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/>
          <p:nvPr/>
        </p:nvSpPr>
        <p:spPr>
          <a:xfrm>
            <a:off x="274320" y="18288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denotativa e precisa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274320" y="1337310"/>
            <a:ext cx="201168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REGRA LINGUÍSTICA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274320" y="1668780"/>
            <a:ext cx="491490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linguagem técnica é estritamente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denotativa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ou seja, as palavras são empregadas em seu sentido próprio, literal e de dicionário.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Elimine metáforas: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Evite expressões figuradas como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máquina engasgou”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sistema ferveu”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Substitua adjetivos subjetivos: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Troque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“demora absurda”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por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“tempo de resposta de 42 segundos”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Descreva a física do fato: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Use verbos exatos, como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desgastar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dilatar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superaquecer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0f77bf801f9481f8c32584af6cb6b75f.png"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182880"/>
            <a:ext cx="3497580" cy="3497580"/>
          </a:xfrm>
          <a:prstGeom prst="roundRect">
            <a:avLst>
              <a:gd fmla="val 392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Aplicação da Impessoalidade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frases atende rigorosamente ao princípio de impessoalidade e denotação exigido em relatórios técnicos?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Verificou-se uma variação de pressão de 3,5 bar durante o teste de estanqueidade.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Nós vimos que a tubulação estava quase explodindo devido ao excesso absurdo de vapor.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Eu percebi logo de cara que a equipe de manutenção cometeu um descuido enorme ontem.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Acredita-se de coração que as coisas vão melhorar bastante quando trocarem o cano.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Aplicação da Impessoalidade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frases atende rigorosamente ao princípio de impessoalidade e denotação exigido em relatórios técnicos?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Verificou-se uma variação de pressão de 3,5 bar durante o teste de estanqueidade.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Nós vimos que a tubulação estava quase explodindo devido ao excesso absurdo de vapor.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Eu percebi logo de cara que a equipe de manutenção cometeu um descuido enorme ontem.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Acredita-se de coração que as coisas vão melhorar bastante quando trocarem o cano.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Gráficos e tabelas no texto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274320" y="101727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dff4f6846d5e57f12a2f480c87ef2bb9.png" id="293" name="Google Shape;2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7"/>
          <p:cNvSpPr/>
          <p:nvPr/>
        </p:nvSpPr>
        <p:spPr>
          <a:xfrm>
            <a:off x="1200150" y="1165860"/>
            <a:ext cx="31318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Numeração e título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Todo recurso visual deve ter identificador e legenda superior (ex.: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Tabela 1 – Índice de Ruído por Sala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4663440" y="101727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894d74c527c6c078e0a0c1ce3744d30d.png" id="296" name="Google Shape;2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/>
          <p:nvPr/>
        </p:nvSpPr>
        <p:spPr>
          <a:xfrm>
            <a:off x="5589270" y="1165860"/>
            <a:ext cx="31318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Indicação de fonte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Abaixo da figura, registre sempre a procedência (ex.: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Fonte: Laboratório de Metrologia (2026)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274320" y="309753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d388f0db094871b7fe38346da2dec346.png" id="299" name="Google Shape;29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2461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/>
          <p:nvPr/>
        </p:nvSpPr>
        <p:spPr>
          <a:xfrm>
            <a:off x="1200150" y="3246120"/>
            <a:ext cx="313182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Chamada obrigatória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insira um gráfico solto: o texto deve citá-lo (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“conforme ilustrado no Gráfico 2...”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4663440" y="3097530"/>
            <a:ext cx="4206240" cy="1897380"/>
          </a:xfrm>
          <a:prstGeom prst="roundRect">
            <a:avLst>
              <a:gd fmla="val 7229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ac2502b-1842-4026-9dde-d33689dd90b2/img_2aa5eedad28cbd065b6f2f5b108adcca.png" id="302" name="Google Shape;30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2461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/>
          <p:nvPr/>
        </p:nvSpPr>
        <p:spPr>
          <a:xfrm>
            <a:off x="5589270" y="3246120"/>
            <a:ext cx="313182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Unidades de medida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eixos e cabeçalhos devem explicitar as unidades padrão (ºC, kg, h, dB, R$).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formular recomendações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74320" y="1017270"/>
            <a:ext cx="162306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PROCEDIMENTO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274320" y="1463040"/>
            <a:ext cx="5120640" cy="23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recomendações propõem intervenções práticas no fim do relatório, respondendo às evidências apuradas.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Nexo causal: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Justificativa direta em dados e fatos apresentados.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Exequibilidade: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Medidas viáveis técnica, operacional e financeiramente.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Prazos e atores: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Indicação explícita de responsáveis e urgência.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1a3ff5fa5672aecafae1b26db03914ab.png" id="312" name="Google Shape;31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1463040"/>
            <a:ext cx="3200400" cy="2971800"/>
          </a:xfrm>
          <a:prstGeom prst="roundRect">
            <a:avLst>
              <a:gd fmla="val 461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Síntese Executiva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 resumo de alto impacto para a liderança.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2dd3b91b6c363dace47ab2412730d1ba.png" id="320" name="Google Shape;32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9"/>
          <p:cNvSpPr/>
          <p:nvPr/>
        </p:nvSpPr>
        <p:spPr>
          <a:xfrm>
            <a:off x="3291840" y="1828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3291840" y="628650"/>
            <a:ext cx="557784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síntese executiva (ou sumário executivo) condensa todo o relatório em uma única página ou em poucos parágrafos no início do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Ela é escrita especificamente para diretores e gerentes que precisam conhecer o problema, o custo, a conclusão e a decisão recomendada sem ter tempo de ler as 50 páginas de anexos técnicos.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caso: O relatório da caldeira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274320" y="1017270"/>
            <a:ext cx="4343400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Trecho extraído de laudo real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274320" y="1691640"/>
            <a:ext cx="45720" cy="170307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502920" y="1691640"/>
            <a:ext cx="411480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“Em 14/02/2026, realizou-se inspeção termográfica na caldeira industrial B-04. Constatou-se fissura de 12 mm na vedação do duto de vapor secundário, acarretando perda térmica média de 18% em relação aos parâmetros da norma NR-13.”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274320" y="3531870"/>
            <a:ext cx="43434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Note a precisão: data explícita, número do equipamento, medida em milímetros e menção exata à norma regulamentadora que rege a segurança.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b5eb786eaa0b4a81db0b98d0fb0dee44.png" id="333" name="Google Shape;33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017270"/>
            <a:ext cx="388620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/>
          <p:nvPr/>
        </p:nvSpPr>
        <p:spPr>
          <a:xfrm>
            <a:off x="274320" y="182880"/>
            <a:ext cx="85953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as partes no laudo da caldeira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eb01912cd9f31010fe1fa939f9e22958.png" id="340" name="Google Shape;3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36017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41" name="Google Shape;341;p31"/>
          <p:cNvSpPr/>
          <p:nvPr/>
        </p:nvSpPr>
        <p:spPr>
          <a:xfrm>
            <a:off x="274320" y="3268980"/>
            <a:ext cx="2811780" cy="15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Introdução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 da Caldeira B-04, do setor térmico e da solicitação de vistoria preventiva.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093e6e232dfc294275239a84fc4119e5.png" id="342" name="Google Shape;34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136017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43" name="Google Shape;343;p31"/>
          <p:cNvSpPr/>
          <p:nvPr/>
        </p:nvSpPr>
        <p:spPr>
          <a:xfrm>
            <a:off x="3166110" y="3268980"/>
            <a:ext cx="281178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Metodologia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Varredura com termovisor calibrado Fluke Ti480 a 2 metros de distância do duto.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2ebd2422f05d4ea594dffcf69fccda24.png" id="344" name="Google Shape;34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136017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45" name="Google Shape;345;p31"/>
          <p:cNvSpPr/>
          <p:nvPr/>
        </p:nvSpPr>
        <p:spPr>
          <a:xfrm>
            <a:off x="6069330" y="3268980"/>
            <a:ext cx="281178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Recomendação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Substituição imediata da junta de amianto sintético no prazo de 48 horas úteis.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Termos Técnicos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Executiva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Metodologia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Evidência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Denotação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 mensurável ou registro material que comprova o fato.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do sentido literal e exato das palavras no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Seção que especifica os métodos e ferramentas de investigação.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Resumo condensado com diagnóstico e recomendações para a direção.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Termos Técnicos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Executiva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Metodologia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Evidência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Denotação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 mensurável ou registro material que comprova o fato.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do sentido literal e exato das palavras no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Seção que especifica os métodos e ferramentas de investigação.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Resumo condensado com diagnóstico e recomendações para a direção.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33"/>
          <p:cNvCxnSpPr/>
          <p:nvPr/>
        </p:nvCxnSpPr>
        <p:spPr>
          <a:xfrm>
            <a:off x="2571750" y="1623060"/>
            <a:ext cx="994410" cy="27729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33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33"/>
          <p:cNvCxnSpPr/>
          <p:nvPr/>
        </p:nvCxnSpPr>
        <p:spPr>
          <a:xfrm flipH="1" rot="10800000">
            <a:off x="2571750" y="16527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33"/>
          <p:cNvCxnSpPr/>
          <p:nvPr/>
        </p:nvCxnSpPr>
        <p:spPr>
          <a:xfrm flipH="1" rot="10800000">
            <a:off x="2571750" y="25671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33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de validação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274320" y="116586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468630" y="14744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1108710" y="13144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Completude estrutural: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Contém Introdução, Metodologia, Resultados e Recomendações?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274320" y="241173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Filtro de impessoalidade: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Foram eliminados pronomes em 1ª pessoa e adjetivos de opinião?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274320" y="365760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468630" y="39662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1108710" y="38061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Padronização visual e métrica: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Todas as tabelas e gráficos têm título, numeração e fonte?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"/>
          <p:cNvSpPr/>
          <p:nvPr/>
        </p:nvSpPr>
        <p:spPr>
          <a:xfrm>
            <a:off x="251460" y="262890"/>
            <a:ext cx="490347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mais comuns em relatórios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251460" y="1440180"/>
            <a:ext cx="490347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dos maiores equívocos é emitir um diagnóstico ou proposta de solução sem apresentar os dados que justifiquem a medida na seção anterior.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Outro erro grave é o uso de termos genéricos como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“diversos clientes reclamaram”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vez de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“registraram-se 27 ocorrências formais no SAC”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251460" y="3303270"/>
            <a:ext cx="4903470" cy="1485900"/>
          </a:xfrm>
          <a:prstGeom prst="roundRect">
            <a:avLst>
              <a:gd fmla="val 6154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5"/>
          <p:cNvSpPr/>
          <p:nvPr/>
        </p:nvSpPr>
        <p:spPr>
          <a:xfrm>
            <a:off x="365760" y="341757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731520" y="3417570"/>
            <a:ext cx="430911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Sem dados de suporte, uma recomendação é interpretada como mera opinião pessoal e perde validade técnica.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4f6c5d88af65dde2634ac525bc9ca2f4.png" id="410" name="Google Shape;4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 prático: A rede da escola caiu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274320" y="1017270"/>
            <a:ext cx="43434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a situação: Durante a semana de provas eletrônicas, o sinal Wi-Fi caiu 6 vezes. Você foi escalado para elaborar a síntese técnica para a diretoria.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Dados apurados: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Capacidade máxima do roteador central: 80 conexões simultâneas.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Acessos registrados nos momentos de queda: 210 aparelhos conectados.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Duração total da interrupção: 1h45min no período matutino.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8ed26291ed058fee97d14f87a4ae6a52.png" id="418" name="Google Shape;41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017270"/>
            <a:ext cx="38862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Redigindo a síntese executiva da rede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c9d00f16d1da4c0498cee0699b09a1c7.png" id="425" name="Google Shape;42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26" name="Google Shape;426;p37"/>
          <p:cNvSpPr/>
          <p:nvPr/>
        </p:nvSpPr>
        <p:spPr>
          <a:xfrm>
            <a:off x="274320" y="3188970"/>
            <a:ext cx="2743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Contexto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 das 6 interrupções ocorridas em 20/03/2026 durante a avaliação bimestral online.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cd1805d696809442cc5d0a6d9f4601a6.png" id="427" name="Google Shape;42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1727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28" name="Google Shape;428;p37"/>
          <p:cNvSpPr/>
          <p:nvPr/>
        </p:nvSpPr>
        <p:spPr>
          <a:xfrm>
            <a:off x="3200400" y="3188970"/>
            <a:ext cx="2743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Diagnóstico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Sobrecarga de 262% na capacidade nominal do roteador central (210 acessos para 80 vagas).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d5f9ff57d656bac5f9a879c2c405c224.png" id="429" name="Google Shape;42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1727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0" name="Google Shape;430;p37"/>
          <p:cNvSpPr/>
          <p:nvPr/>
        </p:nvSpPr>
        <p:spPr>
          <a:xfrm>
            <a:off x="6126480" y="3188970"/>
            <a:ext cx="2743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Recomendação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Instalação de 2 novos pontos de acesso dedicados antes da próxima semana de provas.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1198f6ede5e2216c51986e3c51e1178b.png" id="436" name="Google Shape;43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Redação de Síntese Executiva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 base nos dados da queda de rede (capacidade: 80 acessos; pico real: 210 dispositivos; 6 quedas em 20/03/2026), redija uma Síntese Executiva de 3 a 5 linhas. Aplique linguagem impessoal, cite dados quantitativos e finalize com uma recomendação clara para a direção.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Caderno de anotações ou editor de texto digital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Modelo de referência da síntese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274320" y="925830"/>
            <a:ext cx="4914900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Comparação e autoavaliação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274320" y="1485900"/>
            <a:ext cx="45720" cy="246888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9"/>
          <p:cNvSpPr/>
          <p:nvPr/>
        </p:nvSpPr>
        <p:spPr>
          <a:xfrm>
            <a:off x="480060" y="1485900"/>
            <a:ext cx="4709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“Em 20/03/2026, identificaram-se 6 interrupções no sinal Wi-Fi dos laboratórios de informática durante as avaliações eletrônicas. A análise de tráfego apontou sobrecarga de rede, registrando 210 dispositivos simultâneos em equipamento homologado para 80 acessos. Recomenda-se a aquisição de 2 pontos de acesso Wi-Fi 6 e a segmentação de banda para a coordenação pedagógica.”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9"/>
          <p:cNvSpPr/>
          <p:nvPr/>
        </p:nvSpPr>
        <p:spPr>
          <a:xfrm>
            <a:off x="274320" y="3977640"/>
            <a:ext cx="49149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Verifique se o seu texto utilizou verbos impessoais, apresentou os números com clareza e encerrou com uma solução prática.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ac2502b-1842-4026-9dde-d33689dd90b2/img_596beae28b2f9f5c7f5c191c553f25a1.png" id="449" name="Google Shape;44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925830"/>
            <a:ext cx="3497580" cy="3291840"/>
          </a:xfrm>
          <a:prstGeom prst="roundRect">
            <a:avLst>
              <a:gd fmla="val 41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88f2cf22d50efe57d124336ea25cb3a9.png"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Peso das Recomendações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0"/>
          <p:cNvSpPr/>
          <p:nvPr/>
        </p:nvSpPr>
        <p:spPr>
          <a:xfrm>
            <a:off x="982980" y="182880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um técnico constatar que uma máquina industrial apresenta alto risco de superaquecimento, mas a troca completa da peça custa R$ 50.000, como ele deve equilibrar o rigor dos dados com a viabilidade econômica nas suas recomendações?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ac2502b-1842-4026-9dde-d33689dd90b2/img_88f2cf22d50efe57d124336ea25cb3a9.png" id="463" name="Google Shape;46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Peso das Recomendações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técnico deve expor riscos com métricas de probabilidade e prejuízo.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Deve sugerir alternativas escalonadas (ex.: reparo ou troca em 60 dias).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Jamais deve omitir riscos para agradar a diretoria, mantendo a ética.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Final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 relatório técnico, expressar sensações pessoais como 'eu achei o barulho da máquina muito assustador' confere maior credibilidade à denúncia do operador.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Final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3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 relatório técnico, expressar sensações pessoais como 'eu achei o barulho da máquina muito assustador' confere maior credibilidade à denúncia do operador.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3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Relatórios técnicos exigem linguagem impessoal e dados mensuráveis em decibéis, tornando impressões subjetivas inadequadas.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