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Lexen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Lexend-bold.fntdata"/><Relationship Id="rId25" Type="http://schemas.openxmlformats.org/officeDocument/2006/relationships/slide" Target="slides/slide21.xml"/><Relationship Id="rId47" Type="http://schemas.openxmlformats.org/officeDocument/2006/relationships/font" Target="fonts/Lexend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45.png"/><Relationship Id="rId5" Type="http://schemas.openxmlformats.org/officeDocument/2006/relationships/image" Target="../media/image44.png"/><Relationship Id="rId6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67.png"/><Relationship Id="rId5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6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6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Relationship Id="rId4" Type="http://schemas.openxmlformats.org/officeDocument/2006/relationships/image" Target="../media/image75.png"/><Relationship Id="rId5" Type="http://schemas.openxmlformats.org/officeDocument/2006/relationships/image" Target="../media/image59.png"/><Relationship Id="rId6" Type="http://schemas.openxmlformats.org/officeDocument/2006/relationships/image" Target="../media/image65.png"/><Relationship Id="rId7" Type="http://schemas.openxmlformats.org/officeDocument/2006/relationships/image" Target="../media/image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Relationship Id="rId4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Relationship Id="rId4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Relationship Id="rId4" Type="http://schemas.openxmlformats.org/officeDocument/2006/relationships/image" Target="../media/image63.png"/><Relationship Id="rId5" Type="http://schemas.openxmlformats.org/officeDocument/2006/relationships/image" Target="../media/image7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Relationship Id="rId4" Type="http://schemas.openxmlformats.org/officeDocument/2006/relationships/image" Target="../media/image6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Relationship Id="rId4" Type="http://schemas.openxmlformats.org/officeDocument/2006/relationships/image" Target="../media/image85.png"/><Relationship Id="rId5" Type="http://schemas.openxmlformats.org/officeDocument/2006/relationships/image" Target="../media/image88.png"/><Relationship Id="rId6" Type="http://schemas.openxmlformats.org/officeDocument/2006/relationships/image" Target="../media/image8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Relationship Id="rId4" Type="http://schemas.openxmlformats.org/officeDocument/2006/relationships/image" Target="../media/image79.png"/><Relationship Id="rId5" Type="http://schemas.openxmlformats.org/officeDocument/2006/relationships/image" Target="../media/image8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Relationship Id="rId4" Type="http://schemas.openxmlformats.org/officeDocument/2006/relationships/image" Target="../media/image8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 Digital e Netiqueta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Convivência e postura ética no ambiente virtual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03cb20d8857cbf6cd2beff67509d4161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90b3591-a47d-4f37-902c-4cb6688e33d1/img_dbbc126afc9eb45f287ab988c5e7e5d5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657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3931920" y="70866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peso das palavras na tela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3931920" y="1977390"/>
            <a:ext cx="484632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recebeu uma mensagem em letras maiúsculas e sentiu que a pessoa estava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gritando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com você?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mundo digital, não temos tom de voz nem expressão facial. Como garantir que nossa intenção real seja compreendida com respeito?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Compreender os princípios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sua relevância nas interações virtuais escolares e profissionais.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Ajustar tom, pontuação, uso de elementos visuais e conduta em chamadas de vídeo e redes sociais.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Construir colaborativamente um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guia prático de convivência digital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a turma.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f8dcc305d8c0ddcfb3f779c13f2aab92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69030"/>
            <a:ext cx="20116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Boas maneiras e respeito na internet.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c97fb3abe91b88a09f258b48d0dd5918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10401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211830"/>
            <a:ext cx="20116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Convenções sociais de respeito mútuo.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f89acc440da0072887bcce4cc7d02f4b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690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Convivência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Coabitar pacificamente espaços comuns.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816cf72ede0c34f2fc22330290cf42aa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10401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2118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Atitude ética e responsabilidade ativa.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90b3591-a47d-4f37-902c-4cb6688e33d1/img_a5508269fccc204f6d01d44ecf61cc29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Recapitulando: Segurança e Privacidade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62890" y="3177540"/>
            <a:ext cx="861822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aprendemos que nossa pegada digital exige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cautela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permanente. Proteger dados pessoais, criar senhas robustas e não compartilhar informações sensíveis são os alicerces da nossa integridade na web.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Mas segurança técnica não basta: a maneira como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tratamos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os outros e compartilhamos dados alheios define nossa cidadania online.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Aprendemos sobre Phishing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74320" y="1451610"/>
            <a:ext cx="411480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phishing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utiliza mensagens fraudulentas com tom de urgência para induzir o usuário ao erro e roubar credenciais confidenciais.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Desconfie sempre de links encurtados ou remetentes suspeitos.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informe senhas ou dados bancários por chat ou e-mail.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Verifique o domínio oficial antes de qualquer clique impulsivo.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577f49803be3df9c4301fcd2aa63e205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atitude representa a melhor prática contra ataques de phishing e vazamento de senhas?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Clicar no link caso a foto de perfil aparente ser confiável.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Verificar o remetente oficial e jamais clicar em links com tom de urgência imediata.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Encaminhar a mensagem imediatamente para todos os contatos da turma.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Responder ao remetente solicitando a confirmação da senha cadastrada.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atitude representa a melhor prática contra ataques de phishing e vazamento de senhas?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Clicar no link caso a foto de perfil aparente ser confiável.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Verificar o remetente oficial e jamais clicar em links com tom de urgência imediata.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Encaminhar a mensagem imediatamente para todos os contatos da turma.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Responder ao remetente solicitando a confirmação da senha cadastrada.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Conceito de Netiqueta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274320" y="136017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Origem e significado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406246623c15c4773d11390d82d23be3.png" id="110" name="Google Shape;1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7452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3291840" y="182880"/>
            <a:ext cx="17716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3291840" y="628650"/>
            <a:ext cx="557784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palavra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surge da junção do inglês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(rede) com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Trata-se das convenções sociais que garantem harmonia, clareza e civilidade nas trocas digitais.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Assim como cumprimentamos alguém ao entrar em uma sala física, no ambiente digital pequenas ações revelam consideração pelo tempo e bem-estar do outro.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das Relações Virtuais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2743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5fe989b9bdb9b1320254bf5405ba7297.png" id="120" name="Google Shape;1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1005840" y="1062990"/>
            <a:ext cx="33832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Empatia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Lembre-se de que há um ser humano real do outro lado da tela, com sentimentos e limitações.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6177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6954d661c7dc331821140a9596b62772.png" id="123" name="Google Shape;12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5349240" y="1062990"/>
            <a:ext cx="33832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Escreva de forma objetiva, evitando ambiguidades que possam gerar conflitos involuntários.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2743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263ee578fc4cd0df5f4ea7ec023d30cd.png" id="126" name="Google Shape;12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10058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 ao Tempo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Valorize o tempo alheio sem exigir respostas imediatas fora do expediente ou das aulas.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46177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828a05b2ff424c290cdfd8e653bcb159.png" id="129" name="Google Shape;12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53492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Responsabilidade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Assuma a autoria e os impactos de tudo aquilo que você publica, comenta ou compartilha.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Tom na Comunicação Escrita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274320" y="925830"/>
            <a:ext cx="45034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texto digital, a ausência de modulação vocal faz com que pontuação e formatação assumam o papel do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de voz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274320" y="2114550"/>
            <a:ext cx="4503420" cy="1303020"/>
          </a:xfrm>
          <a:prstGeom prst="roundRect">
            <a:avLst>
              <a:gd fmla="val 7018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400050" y="224028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765810" y="2240280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 ao Tom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Escrever tudo em letras maiúsculas equivale a gritar com o leitor.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274320" y="3417570"/>
            <a:ext cx="45034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excesso de pontos de exclamação (!!!) ou interrogações (???) transmite impaciência ou hostilidade.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a10d1bdcd9ddef2a5b3920f7ca514edd.png" id="142" name="Google Shape;14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Comparando Estilos de Escrita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04d3ebbfd12778cc45d51a1bb5742327.png" id="149" name="Google Shape;1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50" name="Google Shape;150;p14"/>
          <p:cNvSpPr/>
          <p:nvPr/>
        </p:nvSpPr>
        <p:spPr>
          <a:xfrm>
            <a:off x="274320" y="2834640"/>
            <a:ext cx="4251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Agressivo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"PRECISO DISSO AGORA MESMO PRA ONTEM ME RESPONDA!!!"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Gera estresse, postura defensiva e sensação de ataque imediato.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6db169e94d3ebb0f51fd04fb2181dec4.png" id="151" name="Google Shape;15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52" name="Google Shape;152;p14"/>
          <p:cNvSpPr/>
          <p:nvPr/>
        </p:nvSpPr>
        <p:spPr>
          <a:xfrm>
            <a:off x="4617720" y="2834640"/>
            <a:ext cx="4251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Cortês e Claro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"Olá, Carlos! Assim que puder, você consegue me enviar o arquivo do trabalho?"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Preserva o respeito, estabelece clareza e facilita a colaboração voluntária.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Uso Adequado de Emojis e GIFs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Emojis e figurinhas enriquecem o texto, humanizam o contato e amenizam frases secas em conversas informais.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chats de equipes: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Um emoji pontual de positivo (👍) ou sorriso confirma leitura sem gerar ruído.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e-mails formais: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Evite excesso de figurinhas e memes que tirem a seriedade do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regra de ouro é: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contexto é tudo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Conheça seu público antes de usar elementos visuais descontraídos.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8b4e987889a978713ec8867d09c2e2c0.png" id="160" name="Google Shape;1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Diretrizes para Recursos Visuais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96c6eda0e811c22cabdebc5b9e240c44.png" id="168" name="Google Shape;1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1005840" y="1062990"/>
            <a:ext cx="33832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Usar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celebrar conquistas de equipe, demonstrar acolhimento ou confirmar recebimento rápido de tarefa.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c2b43621959a95d7aad4c946b9e6f138.png" id="171" name="Google Shape;17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53492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Evitar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conversas sobre temas delicados, críticas construtivas ou reclamações sérias de serviço.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91136cabea7da3ba1b5c231b4c7b4c32.png" id="174" name="Google Shape;1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1005840" y="3086100"/>
            <a:ext cx="33832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Moderação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Substituir frases inteiras por sequências confusas de figurinhas atrapalha a compreensão do receptor.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890b3591-a47d-4f37-902c-4cb6688e33d1/img_50fc2f03944e47b4b36d61ae9cb5db45.png" id="177" name="Google Shape;17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5349240" y="3086100"/>
            <a:ext cx="33832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Cultural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Alguns gestos e emojis têm significados diferentes dependendo da faixa etária e cultura corporativa.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Recursos Visuais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qual das situações abaixo o envio de um GIF animado ou meme é menos recomendável?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comemorar o término de uma prova com os amigos no grupo de estudos.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receber uma advertência formal do coordenador escolar ou gestor sobre prazos.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desejar boas-vindas descontraídas a um novo integrante em chat geral.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dar parabéns a um colega em um canal informal de confraternização.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Recursos Visuais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qual das situações abaixo o envio de um GIF animado ou meme é menos recomendável?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comemorar o término de uma prova com os amigos no grupo de estudos.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receber uma advertência formal do coordenador escolar ou gestor sobre prazos.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desejar boas-vindas descontraídas a um novo integrante em chat geral.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dar parabéns a um colega em um canal informal de confraternização.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Boas Maneiras em Videoconferências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7ef79eb2fe56a469d97cfbc9d9c2b0a2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486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8" name="Google Shape;218;p19"/>
          <p:cNvSpPr/>
          <p:nvPr/>
        </p:nvSpPr>
        <p:spPr>
          <a:xfrm>
            <a:off x="182880" y="31203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274320" y="3646170"/>
            <a:ext cx="274320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Microfone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Mantenha mudo para cortar ruídos e ecos.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7b9f71929ec72d0ff990214356c0ccd4.png"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486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1" name="Google Shape;221;p19"/>
          <p:cNvSpPr/>
          <p:nvPr/>
        </p:nvSpPr>
        <p:spPr>
          <a:xfrm>
            <a:off x="3108960" y="31203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3200400" y="3646170"/>
            <a:ext cx="274320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Câmera e Olhar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Enquadre o rosto e olhe para a lente.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1d9e6171b1f2ee947efaf6ca62370879.png"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486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4" name="Google Shape;224;p19"/>
          <p:cNvSpPr/>
          <p:nvPr/>
        </p:nvSpPr>
        <p:spPr>
          <a:xfrm>
            <a:off x="6035040" y="31203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6126480" y="3646170"/>
            <a:ext cx="274320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Chat e Inscrição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Levante a mão antes de falar na sala.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Ambiente na Chamada de Vídeo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74320" y="1451610"/>
            <a:ext cx="470916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espaço ao nosso redor transmite mensagens sobre nosso compromisso com o encontro.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Plano de fundo: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Prefira paredes neutras ou use fundos desfocados para resguardar sua privacidade familiar.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Vestimenta adequada: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Vista-se de maneira condizente com a aula ou trabalho, evitando roupas inadequadas.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atento: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Evite navegar em redes sociais ou jogar enquanto colegas apresentam suas tarefas.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198f74aa1f676183a0d98270bc526392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Postura em Vídeo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Durante uma aula online com 30 colegas, manter o microfone sempre aberto facilita a participação espontânea de todos.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Postura em Vídeo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Durante uma aula online com 30 colegas, manter o microfone sempre aberto facilita a participação espontânea de todos.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Microfones abertos acumulam ruídos do ambiente doméstico e geram eco que prejudica a escuta de todos.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Horários e Tempo de Resposta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74320" y="180594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Respeito aos limites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e9eccc036c4074bce35f5b5ecee328c7.png"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2029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/>
          <p:nvPr/>
        </p:nvSpPr>
        <p:spPr>
          <a:xfrm>
            <a:off x="3291840" y="182880"/>
            <a:ext cx="17716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3291840" y="628650"/>
            <a:ext cx="5577840" cy="3097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fato de a internet funcionar 24 horas por dia não significa que as pessoas estejam disponíveis o tempo todo.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Enviar mensagens tarde da noite ou aos fins de semana sobre deveres e prazos gera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ansiedade desnecessária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nos colegas.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Pratique a comunicação assíncrona respeitosa: envie dentro do período comercial ou deixe claro que a resposta pode aguardar o dia seguinte.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Expectativas de Retorno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a3140e77df0423797a9364a1fa4f805f.png" id="272" name="Google Shape;2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73" name="Google Shape;273;p24"/>
          <p:cNvSpPr/>
          <p:nvPr/>
        </p:nvSpPr>
        <p:spPr>
          <a:xfrm>
            <a:off x="274320" y="2834640"/>
            <a:ext cx="4251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Rápidos (Chat)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Utilizados para dúvidas pontuais ou recados urgentes em horário de aula/trabalho.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Espere alguns minutos ou horas; a pessoa pode estar em outra reunião focada.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1cd08e4f334626b655dc89314fbe3ea7.png" id="274" name="Google Shape;2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75" name="Google Shape;275;p24"/>
          <p:cNvSpPr/>
          <p:nvPr/>
        </p:nvSpPr>
        <p:spPr>
          <a:xfrm>
            <a:off x="4617720" y="2834640"/>
            <a:ext cx="4251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Estruturados (E-mail)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Adequados para arquivos formais, relatórios ou solicitações complexas.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 prazo comum de retorno é de 24 a 48 horas úteis.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Gerenciando Notificações e Foco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274320" y="925830"/>
            <a:ext cx="470916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hiperconectividade constante é uma das maiores causas de déficit de atenção e estresse entre jovens e adultos.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274320" y="2045970"/>
            <a:ext cx="4709160" cy="1485900"/>
          </a:xfrm>
          <a:prstGeom prst="roundRect">
            <a:avLst>
              <a:gd fmla="val 615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388620" y="216027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54380" y="2160270"/>
            <a:ext cx="41148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 de Produtividade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Desative notificações de grupos não essenciais enquanto realiza leituras ou tarefas que exigem concentração profunda.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274320" y="353187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Estabelecer blocos de tempo para checar mensagens ajuda a manter o foco sem gerar sentimento de isolamento.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4f98a5a2e613d2c156f817348cf99503.png" id="287" name="Google Shape;28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Redes Pessoais e Imagem Pública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274320" y="925830"/>
            <a:ext cx="470916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Existe uma linha tênue entre a vida particular e a percepção profissional ou acadêmica de quem somos.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vai para a rede fica na rede: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Prints de mensagens privadas podem circular e causar danos irreparáveis.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Empresas e escolas observam: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Posturas preconceituosas ou difamações em perfis abertos impactam seleções de estágio e emprego.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reputação construída ao longo de anos pode ser desfeita por uma postagem imprudente de poucos segundos.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8052e1a60f5def6cef5149acec1ddfbf.png" id="295" name="Google Shape;2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Visão de um Especialista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274320" y="1737360"/>
            <a:ext cx="45720" cy="142875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548640" y="1737360"/>
            <a:ext cx="832104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“Lembre-se sempre de que por trás de cada tela de computador, de cada caixa de texto e de cada avatar existe um ser humano. Nunca diga online o que você não sustentaria olhando nos olhos da pessoa.”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Virginia Shea, autora de Netiquette (Regra número 1 da Netiqueta)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274320" y="339471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máxima pioneira formulada nos primórdios da internet permanece como a regra de convivência mais atual e essencial para todos nós.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Resolvendo Mal-Entendidos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9f5f82b455eeca6fa161b6842574fa33.png" id="311" name="Google Shape;31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944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12" name="Google Shape;312;p28"/>
          <p:cNvSpPr/>
          <p:nvPr/>
        </p:nvSpPr>
        <p:spPr>
          <a:xfrm>
            <a:off x="182880" y="316611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"/>
          <p:cNvSpPr/>
          <p:nvPr/>
        </p:nvSpPr>
        <p:spPr>
          <a:xfrm>
            <a:off x="274320" y="369189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Respirar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Faça uma pausa antes de responder.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42b64e969904d7ecf9c29d48f9d05fa8.png" id="314" name="Google Shape;31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944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15" name="Google Shape;315;p28"/>
          <p:cNvSpPr/>
          <p:nvPr/>
        </p:nvSpPr>
        <p:spPr>
          <a:xfrm>
            <a:off x="2377440" y="316611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2468880" y="369189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Esclarecer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Tire dúvidas antes de julgar a fala.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2b83c6a25e28e087c4b9d1da16fd1607.png" id="317" name="Google Shape;31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944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18" name="Google Shape;318;p28"/>
          <p:cNvSpPr/>
          <p:nvPr/>
        </p:nvSpPr>
        <p:spPr>
          <a:xfrm>
            <a:off x="4572000" y="316611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4663440" y="369189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Canal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Faça uma chamada de áudio curta.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c0e8697d54336601829385e734c8e2a3.png" id="320" name="Google Shape;32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9441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21" name="Google Shape;321;p28"/>
          <p:cNvSpPr/>
          <p:nvPr/>
        </p:nvSpPr>
        <p:spPr>
          <a:xfrm>
            <a:off x="6766560" y="316611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6858000" y="369189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Alinhar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Confirme o acordo em texto final.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na Solução de Conflitos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recomendados ao lidar com uma mensagem que pareceu rude em um grupo de trabalho escolar: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Pausar e ler novamente a frase sem reagir impulsivamente na hora.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Perguntar com gentileza se o colega quis dizer aquilo mesmo em mensagem direta.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Alinhar o entendimento mútuo e retomar a tarefa com tranquilidade.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Sugerir uma rápida conversa por voz caso o mal-entendido persista.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na Solução de Conflitos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recomendados ao lidar com uma mensagem que pareceu rude em um grupo de trabalho escolar: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Pausar e ler novamente a frase sem reagir impulsivamente na hora.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Perguntar com gentileza se o colega quis dizer aquilo mesmo em mensagem direta.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Alinhar o entendimento mútuo e retomar a tarefa com tranquilidade.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Sugerir uma rápida conversa por voz caso o mal-entendido persista.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Caso 1: O E-mail Coletivo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Um aluno descobre um erro na entrega do trabalho em grupo e clica em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"Responder a todos"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enviando uma crítica ácida ao colega, copiando toda a coordenação.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Desvio ético: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Exposição pública humilhante do erro alheio.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Clima tóxico, ressentimento e desagregação do grupo.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Conduta correta: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Conversar em particular com o colega para ajustar o documento antes de qualquer notificação coletiva.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acf2eac85a624782fdb5219720bf1bc8.png" id="357" name="Google Shape;3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/>
          <p:nvPr/>
        </p:nvSpPr>
        <p:spPr>
          <a:xfrm>
            <a:off x="274320" y="182880"/>
            <a:ext cx="85953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Caso 2: Vazamento de Mensagens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274320" y="1360170"/>
            <a:ext cx="4503420" cy="350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Uma piada privada sobre um professor feita em um aplicativo de mensagens é printada e postada nos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Stories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públicos de outra rede social.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Desvio ético: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Violação grave de privacidade e quebra de confiança.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Consequência legal e escolar: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Suspensão disciplinar e possibilidade de processo por danos morais na justiça comum.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Lição: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Confidencialidade é direito e dever inegociável.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fe4f7bc1d88092ca2a6bf73b2acfc11d.png" id="365" name="Google Shape;36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36017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Caso 3: Câmera Indiscreta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uma conferência formal, um integrante deixa a câmera ligada enquanto anda pela casa sem camisa e com barulho alto de televisão.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Desvio ético: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Falta de decoro e desrespeito ao ambiente compartilhado.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Perda imediata de credibilidade perante a equipe.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Conduta correta: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Desligar o vídeo temporariamente caso precise se deslocar ou resolver algo em seu cômodo.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456d7f1410aa5199e26fd4d2c54ff498.png" id="373" name="Google Shape;37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90b3591-a47d-4f37-902c-4cb6688e33d1/img_88f2cf22d50efe57d124336ea25cb3a9.png" id="379" name="Google Shape;37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890b3591-a47d-4f37-902c-4cb6688e33d1/img_398c484d2d3061a61f834bd6c6d7c513.png" id="380" name="Google Shape;38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 sobre Casos Reais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dos três casos analisados você considera mais prejudicial para as relações interpessoais e por quê? Como você agiria se fosse a vítima dessa situação?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90b3591-a47d-4f37-902c-4cb6688e33d1/img_88f2cf22d50efe57d124336ea25cb3a9.png" id="388" name="Google Shape;38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 sobre Casos Reais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Vazamentos de conversas quebram a confiança e geram repercussão pública.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Exposição em e-mail desagrega a equipe e desmotiva a colaboração.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Conduta inadequada em vídeo denota amadorismo e falta de respeito.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Evolução Histórica da Netiqueta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6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6"/>
          <p:cNvSpPr/>
          <p:nvPr/>
        </p:nvSpPr>
        <p:spPr>
          <a:xfrm>
            <a:off x="6858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1995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RFC 1855 define regras para e-mails e fóruns.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3429000" y="131445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2010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Expansão dos chats rápidos no smartphone.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61722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Trabalho híbrido, vídeo e saúde mental.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do Nosso Guia de Turma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bd54fbd2e7daf83ac74ce1d9818db6cb.png" id="411" name="Google Shape;4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412" name="Google Shape;412;p37"/>
          <p:cNvSpPr/>
          <p:nvPr/>
        </p:nvSpPr>
        <p:spPr>
          <a:xfrm>
            <a:off x="27432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Mensagens e Tom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Regras sobre horários de envio, proibição de CAIXA ALTA e moderação em emojis nos grupos de estudo.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cf35495aca555c2db83fb7b27b400ac5.png" id="413" name="Google Shape;41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414" name="Google Shape;414;p37"/>
          <p:cNvSpPr/>
          <p:nvPr/>
        </p:nvSpPr>
        <p:spPr>
          <a:xfrm>
            <a:off x="316611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Aulas Online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Orientações de microfone no mudo, pontualidade de entrada e postura adequada diante da câmera.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890b3591-a47d-4f37-902c-4cb6688e33d1/img_ee498dedce041d95b08d922a39051310.png" id="415" name="Google Shape;41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416" name="Google Shape;416;p37"/>
          <p:cNvSpPr/>
          <p:nvPr/>
        </p:nvSpPr>
        <p:spPr>
          <a:xfrm>
            <a:off x="6069330" y="2834640"/>
            <a:ext cx="28117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Privacidade e Respeito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Tolerância zero a prints vazados, fofocas virtuais e cyberbullying de qualquer espécie.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Fundamentais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de Voz Escrito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8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Assíncrona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Privacidade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Impressão e emoção transmitidas por pontuação e escolha de palavras.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éticas para convivência saudável na rede.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Direito de controlar a exposição de seus próprios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Troca de mensagens sem exigência de resposta simultânea.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Fundamentais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de Voz Escrito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Assíncrona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Privacidade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9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Impressão e emoção transmitidas por pontuação e escolha de palavras.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éticas para convivência saudável na rede.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9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Direito de controlar a exposição de seus próprios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Troca de mensagens sem exigência de resposta simultânea.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p39"/>
          <p:cNvCxnSpPr/>
          <p:nvPr/>
        </p:nvCxnSpPr>
        <p:spPr>
          <a:xfrm>
            <a:off x="2571750" y="16230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39"/>
          <p:cNvCxnSpPr/>
          <p:nvPr/>
        </p:nvCxnSpPr>
        <p:spPr>
          <a:xfrm>
            <a:off x="2571750" y="25374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39"/>
          <p:cNvCxnSpPr/>
          <p:nvPr/>
        </p:nvCxnSpPr>
        <p:spPr>
          <a:xfrm>
            <a:off x="2571750" y="34518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39"/>
          <p:cNvCxnSpPr/>
          <p:nvPr/>
        </p:nvCxnSpPr>
        <p:spPr>
          <a:xfrm flipH="1" rot="10800000">
            <a:off x="2571750" y="34815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39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90b3591-a47d-4f37-902c-4cb6688e33d1/img_1198f6ede5e2216c51986e3c51e1178b.png" id="461" name="Google Shape;46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890b3591-a47d-4f37-902c-4cb6688e33d1/img_09fd37d2fbd5432ac301c7f7cb395138.png" id="462" name="Google Shape;46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Construção do Guia Rápido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trios, redijam os 5 Mandamentos da Netiqueta para o grupo de WhatsApp da nossa turma. Cada mandamento deve conter uma frase clara e uma breve justificativa de convivência.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Caderno, caneta ou editor de texto compartilhado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dos Aprendizados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1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tela não anula a civilidade: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Trate as pessoas no ambiente virtual exatamente como você gostaria de ser tratado presencialmente.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1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formato comunica intenção: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Letras maiúsculas, pontuação exagerada e emojis fora de hora alteram drasticamente o sentido da sua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1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1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Proteja a privacidade coletiva: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Respeite horários de descanso, preserve dados de terceiros e evite expor erros dos colegas em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90b3591-a47d-4f37-902c-4cb6688e33d1/img_74db676abbf9321227487417a15623c8.png" id="485" name="Google Shape;48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Netiqueta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o uso contínuo de letras maiúsculas (CAIXA ALTA) deve ser evitado em e-mails e mensagens de texto?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primeira atitude recomendada diante de uma mensagem que gerou desconforto ou soou ofensiva?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o respeito aos horários de envio de mensagens impacta a saúde mental e o convívio da equipe?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Netiqueta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na convenção da netiqueta a caixa alta transmite a sensação de que o emissor está gritando ou sendo agressivo.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3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Pausar e respirar sem responder impulsivamente, verificando a intenção do colega em conversa direta antes de criar um conflito.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3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 sobrecarga e ansiedade constante, permitindo momentos reais de descanso e desconexão necessários para o bem-estar.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890b3591-a47d-4f37-902c-4cb6688e33d1/img_026dcfb66b17aebd95fd51ed25334ad5.png" id="505" name="Google Shape;50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4"/>
          <p:cNvSpPr/>
          <p:nvPr/>
        </p:nvSpPr>
        <p:spPr>
          <a:xfrm>
            <a:off x="1211580" y="1725930"/>
            <a:ext cx="672084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Convivência Digital Exemplar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4"/>
          <p:cNvSpPr/>
          <p:nvPr/>
        </p:nvSpPr>
        <p:spPr>
          <a:xfrm>
            <a:off x="274320" y="243459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Pratique a netiqueta diariamente e construa uma presença online ética, respeitosa e admirável!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